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5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6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7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8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9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charts/chart10.xml" ContentType="application/vnd.openxmlformats-officedocument.drawingml.chart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11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charts/chart12.xml" ContentType="application/vnd.openxmlformats-officedocument.drawingml.chart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E4F"/>
                </a:solidFill>
                <a:latin typeface="Arial"/>
              </a:rPr>
              <a:t>Mesma produção máxima, formas diferentes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Schaefer (pico em 0,50 K)</c:v>
                </c:pt>
              </c:strCache>
            </c:strRef>
          </c:tx>
          <c:spPr>
            <a:solidFill>
              <a:srgbClr val="0B2E4F"/>
            </a:solidFill>
            <a:ln w="3810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0.0396</c:v>
                </c:pt>
                <c:pt idx="1">
                  <c:v>0.0784</c:v>
                </c:pt>
                <c:pt idx="2">
                  <c:v>0.1164</c:v>
                </c:pt>
                <c:pt idx="3">
                  <c:v>0.1536</c:v>
                </c:pt>
                <c:pt idx="4">
                  <c:v>0.19</c:v>
                </c:pt>
                <c:pt idx="5">
                  <c:v>0.2256</c:v>
                </c:pt>
                <c:pt idx="6">
                  <c:v>0.2604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</c:v>
                </c:pt>
                <c:pt idx="13">
                  <c:v>0.4816</c:v>
                </c:pt>
                <c:pt idx="14">
                  <c:v>0.51</c:v>
                </c:pt>
                <c:pt idx="15">
                  <c:v>0.5376</c:v>
                </c:pt>
                <c:pt idx="16">
                  <c:v>0.5644</c:v>
                </c:pt>
                <c:pt idx="17">
                  <c:v>0.5904</c:v>
                </c:pt>
                <c:pt idx="18">
                  <c:v>0.6156</c:v>
                </c:pt>
                <c:pt idx="19">
                  <c:v>0.64</c:v>
                </c:pt>
                <c:pt idx="20">
                  <c:v>0.6636</c:v>
                </c:pt>
                <c:pt idx="21">
                  <c:v>0.6864</c:v>
                </c:pt>
                <c:pt idx="22">
                  <c:v>0.7084</c:v>
                </c:pt>
                <c:pt idx="23">
                  <c:v>0.7296</c:v>
                </c:pt>
                <c:pt idx="24">
                  <c:v>0.75</c:v>
                </c:pt>
                <c:pt idx="25">
                  <c:v>0.7696</c:v>
                </c:pt>
                <c:pt idx="26">
                  <c:v>0.7884</c:v>
                </c:pt>
                <c:pt idx="27">
                  <c:v>0.8064</c:v>
                </c:pt>
                <c:pt idx="28">
                  <c:v>0.8236</c:v>
                </c:pt>
                <c:pt idx="29">
                  <c:v>0.84</c:v>
                </c:pt>
                <c:pt idx="30">
                  <c:v>0.8556</c:v>
                </c:pt>
                <c:pt idx="31">
                  <c:v>0.8704</c:v>
                </c:pt>
                <c:pt idx="32">
                  <c:v>0.8844</c:v>
                </c:pt>
                <c:pt idx="33">
                  <c:v>0.8976</c:v>
                </c:pt>
                <c:pt idx="34">
                  <c:v>0.91</c:v>
                </c:pt>
                <c:pt idx="35">
                  <c:v>0.9216</c:v>
                </c:pt>
                <c:pt idx="36">
                  <c:v>0.9324</c:v>
                </c:pt>
                <c:pt idx="37">
                  <c:v>0.9424</c:v>
                </c:pt>
                <c:pt idx="38">
                  <c:v>0.9516</c:v>
                </c:pt>
                <c:pt idx="39">
                  <c:v>0.96</c:v>
                </c:pt>
                <c:pt idx="40">
                  <c:v>0.9676</c:v>
                </c:pt>
                <c:pt idx="41">
                  <c:v>0.9744</c:v>
                </c:pt>
                <c:pt idx="42">
                  <c:v>0.9804</c:v>
                </c:pt>
                <c:pt idx="43">
                  <c:v>0.9856</c:v>
                </c:pt>
                <c:pt idx="44">
                  <c:v>0.99</c:v>
                </c:pt>
                <c:pt idx="45">
                  <c:v>0.9936</c:v>
                </c:pt>
                <c:pt idx="46">
                  <c:v>0.9964</c:v>
                </c:pt>
                <c:pt idx="47">
                  <c:v>0.9984</c:v>
                </c:pt>
                <c:pt idx="48">
                  <c:v>0.9996</c:v>
                </c:pt>
                <c:pt idx="49">
                  <c:v>1</c:v>
                </c:pt>
                <c:pt idx="50">
                  <c:v>0.9996</c:v>
                </c:pt>
                <c:pt idx="51">
                  <c:v>0.9984</c:v>
                </c:pt>
                <c:pt idx="52">
                  <c:v>0.9964</c:v>
                </c:pt>
                <c:pt idx="53">
                  <c:v>0.9936</c:v>
                </c:pt>
                <c:pt idx="54">
                  <c:v>0.99</c:v>
                </c:pt>
                <c:pt idx="55">
                  <c:v>0.9856</c:v>
                </c:pt>
                <c:pt idx="56">
                  <c:v>0.9804</c:v>
                </c:pt>
                <c:pt idx="57">
                  <c:v>0.9744</c:v>
                </c:pt>
                <c:pt idx="58">
                  <c:v>0.9676</c:v>
                </c:pt>
                <c:pt idx="59">
                  <c:v>0.96</c:v>
                </c:pt>
                <c:pt idx="60">
                  <c:v>0.9516</c:v>
                </c:pt>
                <c:pt idx="61">
                  <c:v>0.9424</c:v>
                </c:pt>
                <c:pt idx="62">
                  <c:v>0.9324</c:v>
                </c:pt>
                <c:pt idx="63">
                  <c:v>0.9216</c:v>
                </c:pt>
                <c:pt idx="64">
                  <c:v>0.91</c:v>
                </c:pt>
                <c:pt idx="65">
                  <c:v>0.8976</c:v>
                </c:pt>
                <c:pt idx="66">
                  <c:v>0.8844</c:v>
                </c:pt>
                <c:pt idx="67">
                  <c:v>0.8704</c:v>
                </c:pt>
                <c:pt idx="68">
                  <c:v>0.8556</c:v>
                </c:pt>
                <c:pt idx="69">
                  <c:v>0.84</c:v>
                </c:pt>
                <c:pt idx="70">
                  <c:v>0.8236</c:v>
                </c:pt>
                <c:pt idx="71">
                  <c:v>0.8064</c:v>
                </c:pt>
                <c:pt idx="72">
                  <c:v>0.7884</c:v>
                </c:pt>
                <c:pt idx="73">
                  <c:v>0.7696</c:v>
                </c:pt>
                <c:pt idx="74">
                  <c:v>0.75</c:v>
                </c:pt>
                <c:pt idx="75">
                  <c:v>0.7296</c:v>
                </c:pt>
                <c:pt idx="76">
                  <c:v>0.7084</c:v>
                </c:pt>
                <c:pt idx="77">
                  <c:v>0.6864</c:v>
                </c:pt>
                <c:pt idx="78">
                  <c:v>0.6636</c:v>
                </c:pt>
                <c:pt idx="79">
                  <c:v>0.64</c:v>
                </c:pt>
                <c:pt idx="80">
                  <c:v>0.6156</c:v>
                </c:pt>
                <c:pt idx="81">
                  <c:v>0.5904</c:v>
                </c:pt>
                <c:pt idx="82">
                  <c:v>0.5644</c:v>
                </c:pt>
                <c:pt idx="83">
                  <c:v>0.5376</c:v>
                </c:pt>
                <c:pt idx="84">
                  <c:v>0.51</c:v>
                </c:pt>
                <c:pt idx="85">
                  <c:v>0.4816</c:v>
                </c:pt>
                <c:pt idx="86">
                  <c:v>0.4524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</c:v>
                </c:pt>
                <c:pt idx="93">
                  <c:v>0.2256</c:v>
                </c:pt>
                <c:pt idx="94">
                  <c:v>0.19</c:v>
                </c:pt>
                <c:pt idx="95">
                  <c:v>0.1536</c:v>
                </c:pt>
                <c:pt idx="96">
                  <c:v>0.1164</c:v>
                </c:pt>
                <c:pt idx="97">
                  <c:v>0.0784</c:v>
                </c:pt>
                <c:pt idx="98">
                  <c:v>0.0396</c:v>
                </c:pt>
                <c:pt idx="9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Fox (pico em 0,37 K)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</c:v>
                </c:pt>
                <c:pt idx="1">
                  <c:v>0.2127</c:v>
                </c:pt>
                <c:pt idx="2">
                  <c:v>0.286</c:v>
                </c:pt>
                <c:pt idx="3">
                  <c:v>0.35</c:v>
                </c:pt>
                <c:pt idx="4">
                  <c:v>0.4072</c:v>
                </c:pt>
                <c:pt idx="5">
                  <c:v>0.4589</c:v>
                </c:pt>
                <c:pt idx="6">
                  <c:v>0.506</c:v>
                </c:pt>
                <c:pt idx="7">
                  <c:v>0.5493</c:v>
                </c:pt>
                <c:pt idx="8">
                  <c:v>0.5891</c:v>
                </c:pt>
                <c:pt idx="9">
                  <c:v>0.6259</c:v>
                </c:pt>
                <c:pt idx="10">
                  <c:v>0.66</c:v>
                </c:pt>
                <c:pt idx="11">
                  <c:v>0.6916</c:v>
                </c:pt>
                <c:pt idx="12">
                  <c:v>0.721</c:v>
                </c:pt>
                <c:pt idx="13">
                  <c:v>0.7482</c:v>
                </c:pt>
                <c:pt idx="14">
                  <c:v>0.7735</c:v>
                </c:pt>
                <c:pt idx="15">
                  <c:v>0.797</c:v>
                </c:pt>
                <c:pt idx="16">
                  <c:v>0.8188</c:v>
                </c:pt>
                <c:pt idx="17">
                  <c:v>0.839</c:v>
                </c:pt>
                <c:pt idx="18">
                  <c:v>0.8577</c:v>
                </c:pt>
                <c:pt idx="19">
                  <c:v>0.875</c:v>
                </c:pt>
                <c:pt idx="20">
                  <c:v>0.8909</c:v>
                </c:pt>
                <c:pt idx="21">
                  <c:v>0.9055</c:v>
                </c:pt>
                <c:pt idx="22">
                  <c:v>0.9188</c:v>
                </c:pt>
                <c:pt idx="23">
                  <c:v>0.931</c:v>
                </c:pt>
                <c:pt idx="24">
                  <c:v>0.9421</c:v>
                </c:pt>
                <c:pt idx="25">
                  <c:v>0.952</c:v>
                </c:pt>
                <c:pt idx="26">
                  <c:v>0.961</c:v>
                </c:pt>
                <c:pt idx="27">
                  <c:v>0.9689</c:v>
                </c:pt>
                <c:pt idx="28">
                  <c:v>0.9758</c:v>
                </c:pt>
                <c:pt idx="29">
                  <c:v>0.9818</c:v>
                </c:pt>
                <c:pt idx="30">
                  <c:v>0.9869</c:v>
                </c:pt>
                <c:pt idx="31">
                  <c:v>0.9911</c:v>
                </c:pt>
                <c:pt idx="32">
                  <c:v>0.9945</c:v>
                </c:pt>
                <c:pt idx="33">
                  <c:v>0.9971</c:v>
                </c:pt>
                <c:pt idx="34">
                  <c:v>0.9988</c:v>
                </c:pt>
                <c:pt idx="35">
                  <c:v>0.9998</c:v>
                </c:pt>
                <c:pt idx="36">
                  <c:v>1</c:v>
                </c:pt>
                <c:pt idx="37">
                  <c:v>0.9995</c:v>
                </c:pt>
                <c:pt idx="38">
                  <c:v>0.9982</c:v>
                </c:pt>
                <c:pt idx="39">
                  <c:v>0.9963</c:v>
                </c:pt>
                <c:pt idx="40">
                  <c:v>0.9937</c:v>
                </c:pt>
                <c:pt idx="41">
                  <c:v>0.9904</c:v>
                </c:pt>
                <c:pt idx="42">
                  <c:v>0.9865</c:v>
                </c:pt>
                <c:pt idx="43">
                  <c:v>0.9819</c:v>
                </c:pt>
                <c:pt idx="44">
                  <c:v>0.9768</c:v>
                </c:pt>
                <c:pt idx="45">
                  <c:v>0.971</c:v>
                </c:pt>
                <c:pt idx="46">
                  <c:v>0.9646</c:v>
                </c:pt>
                <c:pt idx="47">
                  <c:v>0.9577</c:v>
                </c:pt>
                <c:pt idx="48">
                  <c:v>0.9502</c:v>
                </c:pt>
                <c:pt idx="49">
                  <c:v>0.9421</c:v>
                </c:pt>
                <c:pt idx="50">
                  <c:v>0.9335</c:v>
                </c:pt>
                <c:pt idx="51">
                  <c:v>0.9243</c:v>
                </c:pt>
                <c:pt idx="52">
                  <c:v>0.9147</c:v>
                </c:pt>
                <c:pt idx="53">
                  <c:v>0.9045</c:v>
                </c:pt>
                <c:pt idx="54">
                  <c:v>0.8938</c:v>
                </c:pt>
                <c:pt idx="55">
                  <c:v>0.8826</c:v>
                </c:pt>
                <c:pt idx="56">
                  <c:v>0.871</c:v>
                </c:pt>
                <c:pt idx="57">
                  <c:v>0.8588</c:v>
                </c:pt>
                <c:pt idx="58">
                  <c:v>0.8462</c:v>
                </c:pt>
                <c:pt idx="59">
                  <c:v>0.8331</c:v>
                </c:pt>
                <c:pt idx="60">
                  <c:v>0.8196</c:v>
                </c:pt>
                <c:pt idx="61">
                  <c:v>0.8057</c:v>
                </c:pt>
                <c:pt idx="62">
                  <c:v>0.7912</c:v>
                </c:pt>
                <c:pt idx="63">
                  <c:v>0.7764</c:v>
                </c:pt>
                <c:pt idx="64">
                  <c:v>0.7611</c:v>
                </c:pt>
                <c:pt idx="65">
                  <c:v>0.7455</c:v>
                </c:pt>
                <c:pt idx="66">
                  <c:v>0.7294</c:v>
                </c:pt>
                <c:pt idx="67">
                  <c:v>0.7129</c:v>
                </c:pt>
                <c:pt idx="68">
                  <c:v>0.696</c:v>
                </c:pt>
                <c:pt idx="69">
                  <c:v>0.6787</c:v>
                </c:pt>
                <c:pt idx="70">
                  <c:v>0.661</c:v>
                </c:pt>
                <c:pt idx="71">
                  <c:v>0.6429</c:v>
                </c:pt>
                <c:pt idx="72">
                  <c:v>0.6245</c:v>
                </c:pt>
                <c:pt idx="73">
                  <c:v>0.6057</c:v>
                </c:pt>
                <c:pt idx="74">
                  <c:v>0.5865</c:v>
                </c:pt>
                <c:pt idx="75">
                  <c:v>0.567</c:v>
                </c:pt>
                <c:pt idx="76">
                  <c:v>0.5471</c:v>
                </c:pt>
                <c:pt idx="77">
                  <c:v>0.5268</c:v>
                </c:pt>
                <c:pt idx="78">
                  <c:v>0.5062</c:v>
                </c:pt>
                <c:pt idx="79">
                  <c:v>0.4853</c:v>
                </c:pt>
                <c:pt idx="80">
                  <c:v>0.464</c:v>
                </c:pt>
                <c:pt idx="81">
                  <c:v>0.4423</c:v>
                </c:pt>
                <c:pt idx="82">
                  <c:v>0.4204</c:v>
                </c:pt>
                <c:pt idx="83">
                  <c:v>0.3981</c:v>
                </c:pt>
                <c:pt idx="84">
                  <c:v>0.3755</c:v>
                </c:pt>
                <c:pt idx="85">
                  <c:v>0.3526</c:v>
                </c:pt>
                <c:pt idx="86">
                  <c:v>0.3293</c:v>
                </c:pt>
                <c:pt idx="87">
                  <c:v>0.3058</c:v>
                </c:pt>
                <c:pt idx="88">
                  <c:v>0.2819</c:v>
                </c:pt>
                <c:pt idx="89">
                  <c:v>0.2578</c:v>
                </c:pt>
                <c:pt idx="90">
                  <c:v>0.2333</c:v>
                </c:pt>
                <c:pt idx="91">
                  <c:v>0.2085</c:v>
                </c:pt>
                <c:pt idx="92">
                  <c:v>0.1835</c:v>
                </c:pt>
                <c:pt idx="93">
                  <c:v>0.1581</c:v>
                </c:pt>
                <c:pt idx="94">
                  <c:v>0.1325</c:v>
                </c:pt>
                <c:pt idx="95">
                  <c:v>0.1065</c:v>
                </c:pt>
                <c:pt idx="96">
                  <c:v>0.0803</c:v>
                </c:pt>
                <c:pt idx="97">
                  <c:v>0.0538</c:v>
                </c:pt>
                <c:pt idx="98">
                  <c:v>0.027</c:v>
                </c:pt>
                <c:pt idx="99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E4F"/>
                </a:solidFill>
                <a:latin typeface="Arial"/>
              </a:rPr>
              <a:t>Quatro formas, mesmo MSY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 = 0,5 (pico 0,25)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0.36</c:v>
                </c:pt>
                <c:pt idx="1">
                  <c:v>0.4857</c:v>
                </c:pt>
                <c:pt idx="2">
                  <c:v>0.5728</c:v>
                </c:pt>
                <c:pt idx="3">
                  <c:v>0.64</c:v>
                </c:pt>
                <c:pt idx="4">
                  <c:v>0.6944</c:v>
                </c:pt>
                <c:pt idx="5">
                  <c:v>0.7398</c:v>
                </c:pt>
                <c:pt idx="6">
                  <c:v>0.7783</c:v>
                </c:pt>
                <c:pt idx="7">
                  <c:v>0.8114</c:v>
                </c:pt>
                <c:pt idx="8">
                  <c:v>0.84</c:v>
                </c:pt>
                <c:pt idx="9">
                  <c:v>0.8649</c:v>
                </c:pt>
                <c:pt idx="10">
                  <c:v>0.8866</c:v>
                </c:pt>
                <c:pt idx="11">
                  <c:v>0.9056</c:v>
                </c:pt>
                <c:pt idx="12">
                  <c:v>0.9222</c:v>
                </c:pt>
                <c:pt idx="13">
                  <c:v>0.9367</c:v>
                </c:pt>
                <c:pt idx="14">
                  <c:v>0.9492</c:v>
                </c:pt>
                <c:pt idx="15">
                  <c:v>0.96</c:v>
                </c:pt>
                <c:pt idx="16">
                  <c:v>0.9692</c:v>
                </c:pt>
                <c:pt idx="17">
                  <c:v>0.9771</c:v>
                </c:pt>
                <c:pt idx="18">
                  <c:v>0.9836</c:v>
                </c:pt>
                <c:pt idx="19">
                  <c:v>0.9889</c:v>
                </c:pt>
                <c:pt idx="20">
                  <c:v>0.993</c:v>
                </c:pt>
                <c:pt idx="21">
                  <c:v>0.9962</c:v>
                </c:pt>
                <c:pt idx="22">
                  <c:v>0.9983</c:v>
                </c:pt>
                <c:pt idx="23">
                  <c:v>0.9996</c:v>
                </c:pt>
                <c:pt idx="24">
                  <c:v>1</c:v>
                </c:pt>
                <c:pt idx="25">
                  <c:v>0.9996</c:v>
                </c:pt>
                <c:pt idx="26">
                  <c:v>0.9985</c:v>
                </c:pt>
                <c:pt idx="27">
                  <c:v>0.9966</c:v>
                </c:pt>
                <c:pt idx="28">
                  <c:v>0.9941</c:v>
                </c:pt>
                <c:pt idx="29">
                  <c:v>0.9909</c:v>
                </c:pt>
                <c:pt idx="30">
                  <c:v>0.9871</c:v>
                </c:pt>
                <c:pt idx="31">
                  <c:v>0.9827</c:v>
                </c:pt>
                <c:pt idx="32">
                  <c:v>0.9778</c:v>
                </c:pt>
                <c:pt idx="33">
                  <c:v>0.9724</c:v>
                </c:pt>
                <c:pt idx="34">
                  <c:v>0.9664</c:v>
                </c:pt>
                <c:pt idx="35">
                  <c:v>0.96</c:v>
                </c:pt>
                <c:pt idx="36">
                  <c:v>0.9531</c:v>
                </c:pt>
                <c:pt idx="37">
                  <c:v>0.9458</c:v>
                </c:pt>
                <c:pt idx="38">
                  <c:v>0.938</c:v>
                </c:pt>
                <c:pt idx="39">
                  <c:v>0.9298</c:v>
                </c:pt>
                <c:pt idx="40">
                  <c:v>0.9212</c:v>
                </c:pt>
                <c:pt idx="41">
                  <c:v>0.9123</c:v>
                </c:pt>
                <c:pt idx="42">
                  <c:v>0.903</c:v>
                </c:pt>
                <c:pt idx="43">
                  <c:v>0.8933</c:v>
                </c:pt>
                <c:pt idx="44">
                  <c:v>0.8833</c:v>
                </c:pt>
                <c:pt idx="45">
                  <c:v>0.8729</c:v>
                </c:pt>
                <c:pt idx="46">
                  <c:v>0.8623</c:v>
                </c:pt>
                <c:pt idx="47">
                  <c:v>0.8513</c:v>
                </c:pt>
                <c:pt idx="48">
                  <c:v>0.84</c:v>
                </c:pt>
                <c:pt idx="49">
                  <c:v>0.8284</c:v>
                </c:pt>
                <c:pt idx="50">
                  <c:v>0.8166</c:v>
                </c:pt>
                <c:pt idx="51">
                  <c:v>0.8044</c:v>
                </c:pt>
                <c:pt idx="52">
                  <c:v>0.792</c:v>
                </c:pt>
                <c:pt idx="53">
                  <c:v>0.7794</c:v>
                </c:pt>
                <c:pt idx="54">
                  <c:v>0.7665</c:v>
                </c:pt>
                <c:pt idx="55">
                  <c:v>0.7533</c:v>
                </c:pt>
                <c:pt idx="56">
                  <c:v>0.7399</c:v>
                </c:pt>
                <c:pt idx="57">
                  <c:v>0.7263</c:v>
                </c:pt>
                <c:pt idx="58">
                  <c:v>0.7125</c:v>
                </c:pt>
                <c:pt idx="59">
                  <c:v>0.6984</c:v>
                </c:pt>
                <c:pt idx="60">
                  <c:v>0.6841</c:v>
                </c:pt>
                <c:pt idx="61">
                  <c:v>0.6696</c:v>
                </c:pt>
                <c:pt idx="62">
                  <c:v>0.6549</c:v>
                </c:pt>
                <c:pt idx="63">
                  <c:v>0.64</c:v>
                </c:pt>
                <c:pt idx="64">
                  <c:v>0.6249</c:v>
                </c:pt>
                <c:pt idx="65">
                  <c:v>0.6096</c:v>
                </c:pt>
                <c:pt idx="66">
                  <c:v>0.5941</c:v>
                </c:pt>
                <c:pt idx="67">
                  <c:v>0.5785</c:v>
                </c:pt>
                <c:pt idx="68">
                  <c:v>0.5626</c:v>
                </c:pt>
                <c:pt idx="69">
                  <c:v>0.5466</c:v>
                </c:pt>
                <c:pt idx="70">
                  <c:v>0.5305</c:v>
                </c:pt>
                <c:pt idx="71">
                  <c:v>0.5141</c:v>
                </c:pt>
                <c:pt idx="72">
                  <c:v>0.4976</c:v>
                </c:pt>
                <c:pt idx="73">
                  <c:v>0.4809</c:v>
                </c:pt>
                <c:pt idx="74">
                  <c:v>0.4641</c:v>
                </c:pt>
                <c:pt idx="75">
                  <c:v>0.4471</c:v>
                </c:pt>
                <c:pt idx="76">
                  <c:v>0.43</c:v>
                </c:pt>
                <c:pt idx="77">
                  <c:v>0.4127</c:v>
                </c:pt>
                <c:pt idx="78">
                  <c:v>0.3953</c:v>
                </c:pt>
                <c:pt idx="79">
                  <c:v>0.3777</c:v>
                </c:pt>
                <c:pt idx="80">
                  <c:v>0.36</c:v>
                </c:pt>
                <c:pt idx="81">
                  <c:v>0.3422</c:v>
                </c:pt>
                <c:pt idx="82">
                  <c:v>0.3242</c:v>
                </c:pt>
                <c:pt idx="83">
                  <c:v>0.3061</c:v>
                </c:pt>
                <c:pt idx="84">
                  <c:v>0.2878</c:v>
                </c:pt>
                <c:pt idx="85">
                  <c:v>0.2694</c:v>
                </c:pt>
                <c:pt idx="86">
                  <c:v>0.251</c:v>
                </c:pt>
                <c:pt idx="87">
                  <c:v>0.2323</c:v>
                </c:pt>
                <c:pt idx="88">
                  <c:v>0.2136</c:v>
                </c:pt>
                <c:pt idx="89">
                  <c:v>0.1947</c:v>
                </c:pt>
                <c:pt idx="90">
                  <c:v>0.1758</c:v>
                </c:pt>
                <c:pt idx="91">
                  <c:v>0.1567</c:v>
                </c:pt>
                <c:pt idx="92">
                  <c:v>0.1375</c:v>
                </c:pt>
                <c:pt idx="93">
                  <c:v>0.1181</c:v>
                </c:pt>
                <c:pt idx="94">
                  <c:v>0.0987</c:v>
                </c:pt>
                <c:pt idx="95">
                  <c:v>0.0792</c:v>
                </c:pt>
                <c:pt idx="96">
                  <c:v>0.0595</c:v>
                </c:pt>
                <c:pt idx="97">
                  <c:v>0.0398</c:v>
                </c:pt>
                <c:pt idx="98">
                  <c:v>0.0199</c:v>
                </c:pt>
                <c:pt idx="99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 ≈ 1 · Fox (0,37)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</c:v>
                </c:pt>
                <c:pt idx="1">
                  <c:v>0.2126</c:v>
                </c:pt>
                <c:pt idx="2">
                  <c:v>0.2859</c:v>
                </c:pt>
                <c:pt idx="3">
                  <c:v>0.35</c:v>
                </c:pt>
                <c:pt idx="4">
                  <c:v>0.4071</c:v>
                </c:pt>
                <c:pt idx="5">
                  <c:v>0.4588</c:v>
                </c:pt>
                <c:pt idx="6">
                  <c:v>0.506</c:v>
                </c:pt>
                <c:pt idx="7">
                  <c:v>0.5492</c:v>
                </c:pt>
                <c:pt idx="8">
                  <c:v>0.5891</c:v>
                </c:pt>
                <c:pt idx="9">
                  <c:v>0.6259</c:v>
                </c:pt>
                <c:pt idx="10">
                  <c:v>0.66</c:v>
                </c:pt>
                <c:pt idx="11">
                  <c:v>0.6916</c:v>
                </c:pt>
                <c:pt idx="12">
                  <c:v>0.7209</c:v>
                </c:pt>
                <c:pt idx="13">
                  <c:v>0.7482</c:v>
                </c:pt>
                <c:pt idx="14">
                  <c:v>0.7735</c:v>
                </c:pt>
                <c:pt idx="15">
                  <c:v>0.797</c:v>
                </c:pt>
                <c:pt idx="16">
                  <c:v>0.8188</c:v>
                </c:pt>
                <c:pt idx="17">
                  <c:v>0.839</c:v>
                </c:pt>
                <c:pt idx="18">
                  <c:v>0.8577</c:v>
                </c:pt>
                <c:pt idx="19">
                  <c:v>0.875</c:v>
                </c:pt>
                <c:pt idx="20">
                  <c:v>0.8909</c:v>
                </c:pt>
                <c:pt idx="21">
                  <c:v>0.9055</c:v>
                </c:pt>
                <c:pt idx="22">
                  <c:v>0.9188</c:v>
                </c:pt>
                <c:pt idx="23">
                  <c:v>0.931</c:v>
                </c:pt>
                <c:pt idx="24">
                  <c:v>0.9421</c:v>
                </c:pt>
                <c:pt idx="25">
                  <c:v>0.952</c:v>
                </c:pt>
                <c:pt idx="26">
                  <c:v>0.961</c:v>
                </c:pt>
                <c:pt idx="27">
                  <c:v>0.9689</c:v>
                </c:pt>
                <c:pt idx="28">
                  <c:v>0.9758</c:v>
                </c:pt>
                <c:pt idx="29">
                  <c:v>0.9818</c:v>
                </c:pt>
                <c:pt idx="30">
                  <c:v>0.9869</c:v>
                </c:pt>
                <c:pt idx="31">
                  <c:v>0.9911</c:v>
                </c:pt>
                <c:pt idx="32">
                  <c:v>0.9945</c:v>
                </c:pt>
                <c:pt idx="33">
                  <c:v>0.997</c:v>
                </c:pt>
                <c:pt idx="34">
                  <c:v>0.9988</c:v>
                </c:pt>
                <c:pt idx="35">
                  <c:v>0.9998</c:v>
                </c:pt>
                <c:pt idx="36">
                  <c:v>1</c:v>
                </c:pt>
                <c:pt idx="37">
                  <c:v>0.9995</c:v>
                </c:pt>
                <c:pt idx="38">
                  <c:v>0.9982</c:v>
                </c:pt>
                <c:pt idx="39">
                  <c:v>0.9963</c:v>
                </c:pt>
                <c:pt idx="40">
                  <c:v>0.9937</c:v>
                </c:pt>
                <c:pt idx="41">
                  <c:v>0.9904</c:v>
                </c:pt>
                <c:pt idx="42">
                  <c:v>0.9865</c:v>
                </c:pt>
                <c:pt idx="43">
                  <c:v>0.9819</c:v>
                </c:pt>
                <c:pt idx="44">
                  <c:v>0.9768</c:v>
                </c:pt>
                <c:pt idx="45">
                  <c:v>0.971</c:v>
                </c:pt>
                <c:pt idx="46">
                  <c:v>0.9646</c:v>
                </c:pt>
                <c:pt idx="47">
                  <c:v>0.9577</c:v>
                </c:pt>
                <c:pt idx="48">
                  <c:v>0.9502</c:v>
                </c:pt>
                <c:pt idx="49">
                  <c:v>0.9421</c:v>
                </c:pt>
                <c:pt idx="50">
                  <c:v>0.9335</c:v>
                </c:pt>
                <c:pt idx="51">
                  <c:v>0.9243</c:v>
                </c:pt>
                <c:pt idx="52">
                  <c:v>0.9147</c:v>
                </c:pt>
                <c:pt idx="53">
                  <c:v>0.9045</c:v>
                </c:pt>
                <c:pt idx="54">
                  <c:v>0.8938</c:v>
                </c:pt>
                <c:pt idx="55">
                  <c:v>0.8826</c:v>
                </c:pt>
                <c:pt idx="56">
                  <c:v>0.871</c:v>
                </c:pt>
                <c:pt idx="57">
                  <c:v>0.8588</c:v>
                </c:pt>
                <c:pt idx="58">
                  <c:v>0.8462</c:v>
                </c:pt>
                <c:pt idx="59">
                  <c:v>0.8332</c:v>
                </c:pt>
                <c:pt idx="60">
                  <c:v>0.8196</c:v>
                </c:pt>
                <c:pt idx="61">
                  <c:v>0.8057</c:v>
                </c:pt>
                <c:pt idx="62">
                  <c:v>0.7913</c:v>
                </c:pt>
                <c:pt idx="63">
                  <c:v>0.7764</c:v>
                </c:pt>
                <c:pt idx="64">
                  <c:v>0.7612</c:v>
                </c:pt>
                <c:pt idx="65">
                  <c:v>0.7455</c:v>
                </c:pt>
                <c:pt idx="66">
                  <c:v>0.7294</c:v>
                </c:pt>
                <c:pt idx="67">
                  <c:v>0.7129</c:v>
                </c:pt>
                <c:pt idx="68">
                  <c:v>0.696</c:v>
                </c:pt>
                <c:pt idx="69">
                  <c:v>0.6787</c:v>
                </c:pt>
                <c:pt idx="70">
                  <c:v>0.661</c:v>
                </c:pt>
                <c:pt idx="71">
                  <c:v>0.643</c:v>
                </c:pt>
                <c:pt idx="72">
                  <c:v>0.6245</c:v>
                </c:pt>
                <c:pt idx="73">
                  <c:v>0.6057</c:v>
                </c:pt>
                <c:pt idx="74">
                  <c:v>0.5865</c:v>
                </c:pt>
                <c:pt idx="75">
                  <c:v>0.567</c:v>
                </c:pt>
                <c:pt idx="76">
                  <c:v>0.5471</c:v>
                </c:pt>
                <c:pt idx="77">
                  <c:v>0.5268</c:v>
                </c:pt>
                <c:pt idx="78">
                  <c:v>0.5062</c:v>
                </c:pt>
                <c:pt idx="79">
                  <c:v>0.4853</c:v>
                </c:pt>
                <c:pt idx="80">
                  <c:v>0.464</c:v>
                </c:pt>
                <c:pt idx="81">
                  <c:v>0.4424</c:v>
                </c:pt>
                <c:pt idx="82">
                  <c:v>0.4204</c:v>
                </c:pt>
                <c:pt idx="83">
                  <c:v>0.3981</c:v>
                </c:pt>
                <c:pt idx="84">
                  <c:v>0.3755</c:v>
                </c:pt>
                <c:pt idx="85">
                  <c:v>0.3526</c:v>
                </c:pt>
                <c:pt idx="86">
                  <c:v>0.3294</c:v>
                </c:pt>
                <c:pt idx="87">
                  <c:v>0.3058</c:v>
                </c:pt>
                <c:pt idx="88">
                  <c:v>0.2819</c:v>
                </c:pt>
                <c:pt idx="89">
                  <c:v>0.2578</c:v>
                </c:pt>
                <c:pt idx="90">
                  <c:v>0.2333</c:v>
                </c:pt>
                <c:pt idx="91">
                  <c:v>0.2085</c:v>
                </c:pt>
                <c:pt idx="92">
                  <c:v>0.1835</c:v>
                </c:pt>
                <c:pt idx="93">
                  <c:v>0.1581</c:v>
                </c:pt>
                <c:pt idx="94">
                  <c:v>0.1325</c:v>
                </c:pt>
                <c:pt idx="95">
                  <c:v>0.1065</c:v>
                </c:pt>
                <c:pt idx="96">
                  <c:v>0.0803</c:v>
                </c:pt>
                <c:pt idx="97">
                  <c:v>0.0538</c:v>
                </c:pt>
                <c:pt idx="98">
                  <c:v>0.027</c:v>
                </c:pt>
                <c:pt idx="99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 = 2 · Schaefer (0,50)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Sheet1!$D$2:$D$101</c:f>
              <c:numCache>
                <c:formatCode>General</c:formatCode>
                <c:ptCount val="100"/>
                <c:pt idx="0">
                  <c:v>0.0396</c:v>
                </c:pt>
                <c:pt idx="1">
                  <c:v>0.0784</c:v>
                </c:pt>
                <c:pt idx="2">
                  <c:v>0.1164</c:v>
                </c:pt>
                <c:pt idx="3">
                  <c:v>0.1536</c:v>
                </c:pt>
                <c:pt idx="4">
                  <c:v>0.19</c:v>
                </c:pt>
                <c:pt idx="5">
                  <c:v>0.2256</c:v>
                </c:pt>
                <c:pt idx="6">
                  <c:v>0.2604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</c:v>
                </c:pt>
                <c:pt idx="13">
                  <c:v>0.4816</c:v>
                </c:pt>
                <c:pt idx="14">
                  <c:v>0.51</c:v>
                </c:pt>
                <c:pt idx="15">
                  <c:v>0.5376</c:v>
                </c:pt>
                <c:pt idx="16">
                  <c:v>0.5644</c:v>
                </c:pt>
                <c:pt idx="17">
                  <c:v>0.5904</c:v>
                </c:pt>
                <c:pt idx="18">
                  <c:v>0.6156</c:v>
                </c:pt>
                <c:pt idx="19">
                  <c:v>0.64</c:v>
                </c:pt>
                <c:pt idx="20">
                  <c:v>0.6636</c:v>
                </c:pt>
                <c:pt idx="21">
                  <c:v>0.6864</c:v>
                </c:pt>
                <c:pt idx="22">
                  <c:v>0.7084</c:v>
                </c:pt>
                <c:pt idx="23">
                  <c:v>0.7296</c:v>
                </c:pt>
                <c:pt idx="24">
                  <c:v>0.75</c:v>
                </c:pt>
                <c:pt idx="25">
                  <c:v>0.7696</c:v>
                </c:pt>
                <c:pt idx="26">
                  <c:v>0.7884</c:v>
                </c:pt>
                <c:pt idx="27">
                  <c:v>0.8064</c:v>
                </c:pt>
                <c:pt idx="28">
                  <c:v>0.8236</c:v>
                </c:pt>
                <c:pt idx="29">
                  <c:v>0.84</c:v>
                </c:pt>
                <c:pt idx="30">
                  <c:v>0.8556</c:v>
                </c:pt>
                <c:pt idx="31">
                  <c:v>0.8704</c:v>
                </c:pt>
                <c:pt idx="32">
                  <c:v>0.8844</c:v>
                </c:pt>
                <c:pt idx="33">
                  <c:v>0.8976</c:v>
                </c:pt>
                <c:pt idx="34">
                  <c:v>0.91</c:v>
                </c:pt>
                <c:pt idx="35">
                  <c:v>0.9216</c:v>
                </c:pt>
                <c:pt idx="36">
                  <c:v>0.9324</c:v>
                </c:pt>
                <c:pt idx="37">
                  <c:v>0.9424</c:v>
                </c:pt>
                <c:pt idx="38">
                  <c:v>0.9516</c:v>
                </c:pt>
                <c:pt idx="39">
                  <c:v>0.96</c:v>
                </c:pt>
                <c:pt idx="40">
                  <c:v>0.9676</c:v>
                </c:pt>
                <c:pt idx="41">
                  <c:v>0.9744</c:v>
                </c:pt>
                <c:pt idx="42">
                  <c:v>0.9804</c:v>
                </c:pt>
                <c:pt idx="43">
                  <c:v>0.9856</c:v>
                </c:pt>
                <c:pt idx="44">
                  <c:v>0.99</c:v>
                </c:pt>
                <c:pt idx="45">
                  <c:v>0.9936</c:v>
                </c:pt>
                <c:pt idx="46">
                  <c:v>0.9964</c:v>
                </c:pt>
                <c:pt idx="47">
                  <c:v>0.9984</c:v>
                </c:pt>
                <c:pt idx="48">
                  <c:v>0.9996</c:v>
                </c:pt>
                <c:pt idx="49">
                  <c:v>1</c:v>
                </c:pt>
                <c:pt idx="50">
                  <c:v>0.9996</c:v>
                </c:pt>
                <c:pt idx="51">
                  <c:v>0.9984</c:v>
                </c:pt>
                <c:pt idx="52">
                  <c:v>0.9964</c:v>
                </c:pt>
                <c:pt idx="53">
                  <c:v>0.9936</c:v>
                </c:pt>
                <c:pt idx="54">
                  <c:v>0.99</c:v>
                </c:pt>
                <c:pt idx="55">
                  <c:v>0.9856</c:v>
                </c:pt>
                <c:pt idx="56">
                  <c:v>0.9804</c:v>
                </c:pt>
                <c:pt idx="57">
                  <c:v>0.9744</c:v>
                </c:pt>
                <c:pt idx="58">
                  <c:v>0.9676</c:v>
                </c:pt>
                <c:pt idx="59">
                  <c:v>0.96</c:v>
                </c:pt>
                <c:pt idx="60">
                  <c:v>0.9516</c:v>
                </c:pt>
                <c:pt idx="61">
                  <c:v>0.9424</c:v>
                </c:pt>
                <c:pt idx="62">
                  <c:v>0.9324</c:v>
                </c:pt>
                <c:pt idx="63">
                  <c:v>0.9216</c:v>
                </c:pt>
                <c:pt idx="64">
                  <c:v>0.91</c:v>
                </c:pt>
                <c:pt idx="65">
                  <c:v>0.8976</c:v>
                </c:pt>
                <c:pt idx="66">
                  <c:v>0.8844</c:v>
                </c:pt>
                <c:pt idx="67">
                  <c:v>0.8704</c:v>
                </c:pt>
                <c:pt idx="68">
                  <c:v>0.8556</c:v>
                </c:pt>
                <c:pt idx="69">
                  <c:v>0.84</c:v>
                </c:pt>
                <c:pt idx="70">
                  <c:v>0.8236</c:v>
                </c:pt>
                <c:pt idx="71">
                  <c:v>0.8064</c:v>
                </c:pt>
                <c:pt idx="72">
                  <c:v>0.7884</c:v>
                </c:pt>
                <c:pt idx="73">
                  <c:v>0.7696</c:v>
                </c:pt>
                <c:pt idx="74">
                  <c:v>0.75</c:v>
                </c:pt>
                <c:pt idx="75">
                  <c:v>0.7296</c:v>
                </c:pt>
                <c:pt idx="76">
                  <c:v>0.7084</c:v>
                </c:pt>
                <c:pt idx="77">
                  <c:v>0.6864</c:v>
                </c:pt>
                <c:pt idx="78">
                  <c:v>0.6636</c:v>
                </c:pt>
                <c:pt idx="79">
                  <c:v>0.64</c:v>
                </c:pt>
                <c:pt idx="80">
                  <c:v>0.6156</c:v>
                </c:pt>
                <c:pt idx="81">
                  <c:v>0.5904</c:v>
                </c:pt>
                <c:pt idx="82">
                  <c:v>0.5644</c:v>
                </c:pt>
                <c:pt idx="83">
                  <c:v>0.5376</c:v>
                </c:pt>
                <c:pt idx="84">
                  <c:v>0.51</c:v>
                </c:pt>
                <c:pt idx="85">
                  <c:v>0.4816</c:v>
                </c:pt>
                <c:pt idx="86">
                  <c:v>0.4524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</c:v>
                </c:pt>
                <c:pt idx="93">
                  <c:v>0.2256</c:v>
                </c:pt>
                <c:pt idx="94">
                  <c:v>0.19</c:v>
                </c:pt>
                <c:pt idx="95">
                  <c:v>0.1536</c:v>
                </c:pt>
                <c:pt idx="96">
                  <c:v>0.1164</c:v>
                </c:pt>
                <c:pt idx="97">
                  <c:v>0.0784</c:v>
                </c:pt>
                <c:pt idx="98">
                  <c:v>0.0396</c:v>
                </c:pt>
                <c:pt idx="99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 = 4 (0,63)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0.07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</c:v>
                </c:pt>
                <c:pt idx="28">
                  <c:v>0.29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</c:v>
                </c:pt>
                <c:pt idx="55">
                  <c:v>0.56</c:v>
                </c:pt>
                <c:pt idx="56">
                  <c:v>0.57</c:v>
                </c:pt>
                <c:pt idx="57">
                  <c:v>0.58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Sheet1!$E$2:$E$101</c:f>
              <c:numCache>
                <c:formatCode>General</c:formatCode>
                <c:ptCount val="100"/>
                <c:pt idx="0">
                  <c:v>0.0212</c:v>
                </c:pt>
                <c:pt idx="1">
                  <c:v>0.0423</c:v>
                </c:pt>
                <c:pt idx="2">
                  <c:v>0.0635</c:v>
                </c:pt>
                <c:pt idx="3">
                  <c:v>0.0847</c:v>
                </c:pt>
                <c:pt idx="4">
                  <c:v>0.1058</c:v>
                </c:pt>
                <c:pt idx="5">
                  <c:v>0.127</c:v>
                </c:pt>
                <c:pt idx="6">
                  <c:v>0.1481</c:v>
                </c:pt>
                <c:pt idx="7">
                  <c:v>0.1692</c:v>
                </c:pt>
                <c:pt idx="8">
                  <c:v>0.1903</c:v>
                </c:pt>
                <c:pt idx="9">
                  <c:v>0.2114</c:v>
                </c:pt>
                <c:pt idx="10">
                  <c:v>0.2325</c:v>
                </c:pt>
                <c:pt idx="11">
                  <c:v>0.2535</c:v>
                </c:pt>
                <c:pt idx="12">
                  <c:v>0.2745</c:v>
                </c:pt>
                <c:pt idx="13">
                  <c:v>0.2955</c:v>
                </c:pt>
                <c:pt idx="14">
                  <c:v>0.3164</c:v>
                </c:pt>
                <c:pt idx="15">
                  <c:v>0.3373</c:v>
                </c:pt>
                <c:pt idx="16">
                  <c:v>0.358</c:v>
                </c:pt>
                <c:pt idx="17">
                  <c:v>0.3788</c:v>
                </c:pt>
                <c:pt idx="18">
                  <c:v>0.3994</c:v>
                </c:pt>
                <c:pt idx="19">
                  <c:v>0.4199</c:v>
                </c:pt>
                <c:pt idx="20">
                  <c:v>0.4404</c:v>
                </c:pt>
                <c:pt idx="21">
                  <c:v>0.4607</c:v>
                </c:pt>
                <c:pt idx="22">
                  <c:v>0.4809</c:v>
                </c:pt>
                <c:pt idx="23">
                  <c:v>0.5009</c:v>
                </c:pt>
                <c:pt idx="24">
                  <c:v>0.5209</c:v>
                </c:pt>
                <c:pt idx="25">
                  <c:v>0.5406</c:v>
                </c:pt>
                <c:pt idx="26">
                  <c:v>0.5602</c:v>
                </c:pt>
                <c:pt idx="27">
                  <c:v>0.5796</c:v>
                </c:pt>
                <c:pt idx="28">
                  <c:v>0.5988</c:v>
                </c:pt>
                <c:pt idx="29">
                  <c:v>0.6178</c:v>
                </c:pt>
                <c:pt idx="30">
                  <c:v>0.6366</c:v>
                </c:pt>
                <c:pt idx="31">
                  <c:v>0.6551</c:v>
                </c:pt>
                <c:pt idx="32">
                  <c:v>0.6734</c:v>
                </c:pt>
                <c:pt idx="33">
                  <c:v>0.6913</c:v>
                </c:pt>
                <c:pt idx="34">
                  <c:v>0.709</c:v>
                </c:pt>
                <c:pt idx="35">
                  <c:v>0.7264</c:v>
                </c:pt>
                <c:pt idx="36">
                  <c:v>0.7435</c:v>
                </c:pt>
                <c:pt idx="37">
                  <c:v>0.7602</c:v>
                </c:pt>
                <c:pt idx="38">
                  <c:v>0.7765</c:v>
                </c:pt>
                <c:pt idx="39">
                  <c:v>0.7924</c:v>
                </c:pt>
                <c:pt idx="40">
                  <c:v>0.808</c:v>
                </c:pt>
                <c:pt idx="41">
                  <c:v>0.8231</c:v>
                </c:pt>
                <c:pt idx="42">
                  <c:v>0.8377</c:v>
                </c:pt>
                <c:pt idx="43">
                  <c:v>0.8519</c:v>
                </c:pt>
                <c:pt idx="44">
                  <c:v>0.8656</c:v>
                </c:pt>
                <c:pt idx="45">
                  <c:v>0.8788</c:v>
                </c:pt>
                <c:pt idx="46">
                  <c:v>0.8915</c:v>
                </c:pt>
                <c:pt idx="47">
                  <c:v>0.9036</c:v>
                </c:pt>
                <c:pt idx="48">
                  <c:v>0.9151</c:v>
                </c:pt>
                <c:pt idx="49">
                  <c:v>0.926</c:v>
                </c:pt>
                <c:pt idx="50">
                  <c:v>0.9362</c:v>
                </c:pt>
                <c:pt idx="51">
                  <c:v>0.9458</c:v>
                </c:pt>
                <c:pt idx="52">
                  <c:v>0.9548</c:v>
                </c:pt>
                <c:pt idx="53">
                  <c:v>0.963</c:v>
                </c:pt>
                <c:pt idx="54">
                  <c:v>0.9704</c:v>
                </c:pt>
                <c:pt idx="55">
                  <c:v>0.9771</c:v>
                </c:pt>
                <c:pt idx="56">
                  <c:v>0.983</c:v>
                </c:pt>
                <c:pt idx="57">
                  <c:v>0.9881</c:v>
                </c:pt>
                <c:pt idx="58">
                  <c:v>0.9923</c:v>
                </c:pt>
                <c:pt idx="59">
                  <c:v>0.9956</c:v>
                </c:pt>
                <c:pt idx="60">
                  <c:v>0.998</c:v>
                </c:pt>
                <c:pt idx="61">
                  <c:v>0.9995</c:v>
                </c:pt>
                <c:pt idx="62">
                  <c:v>1</c:v>
                </c:pt>
                <c:pt idx="63">
                  <c:v>0.9995</c:v>
                </c:pt>
                <c:pt idx="64">
                  <c:v>0.9979</c:v>
                </c:pt>
                <c:pt idx="65">
                  <c:v>0.9953</c:v>
                </c:pt>
                <c:pt idx="66">
                  <c:v>0.9916</c:v>
                </c:pt>
                <c:pt idx="67">
                  <c:v>0.9867</c:v>
                </c:pt>
                <c:pt idx="68">
                  <c:v>0.9807</c:v>
                </c:pt>
                <c:pt idx="69">
                  <c:v>0.9734</c:v>
                </c:pt>
                <c:pt idx="70">
                  <c:v>0.9649</c:v>
                </c:pt>
                <c:pt idx="71">
                  <c:v>0.9551</c:v>
                </c:pt>
                <c:pt idx="72">
                  <c:v>0.944</c:v>
                </c:pt>
                <c:pt idx="73">
                  <c:v>0.9316</c:v>
                </c:pt>
                <c:pt idx="74">
                  <c:v>0.9177</c:v>
                </c:pt>
                <c:pt idx="75">
                  <c:v>0.9024</c:v>
                </c:pt>
                <c:pt idx="76">
                  <c:v>0.8857</c:v>
                </c:pt>
                <c:pt idx="77">
                  <c:v>0.8675</c:v>
                </c:pt>
                <c:pt idx="78">
                  <c:v>0.8477</c:v>
                </c:pt>
                <c:pt idx="79">
                  <c:v>0.8263</c:v>
                </c:pt>
                <c:pt idx="80">
                  <c:v>0.8033</c:v>
                </c:pt>
                <c:pt idx="81">
                  <c:v>0.7786</c:v>
                </c:pt>
                <c:pt idx="82">
                  <c:v>0.7523</c:v>
                </c:pt>
                <c:pt idx="83">
                  <c:v>0.7241</c:v>
                </c:pt>
                <c:pt idx="84">
                  <c:v>0.6942</c:v>
                </c:pt>
                <c:pt idx="85">
                  <c:v>0.6625</c:v>
                </c:pt>
                <c:pt idx="86">
                  <c:v>0.6288</c:v>
                </c:pt>
                <c:pt idx="87">
                  <c:v>0.5933</c:v>
                </c:pt>
                <c:pt idx="88">
                  <c:v>0.5558</c:v>
                </c:pt>
                <c:pt idx="89">
                  <c:v>0.5162</c:v>
                </c:pt>
                <c:pt idx="90">
                  <c:v>0.4746</c:v>
                </c:pt>
                <c:pt idx="91">
                  <c:v>0.4309</c:v>
                </c:pt>
                <c:pt idx="92">
                  <c:v>0.3851</c:v>
                </c:pt>
                <c:pt idx="93">
                  <c:v>0.3371</c:v>
                </c:pt>
                <c:pt idx="94">
                  <c:v>0.2868</c:v>
                </c:pt>
                <c:pt idx="95">
                  <c:v>0.2342</c:v>
                </c:pt>
                <c:pt idx="96">
                  <c:v>0.1793</c:v>
                </c:pt>
                <c:pt idx="97">
                  <c:v>0.122</c:v>
                </c:pt>
                <c:pt idx="98">
                  <c:v>0.0622</c:v>
                </c:pt>
                <c:pt idx="99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Captura (t)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15.000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0.9833</c:v>
                </c:pt>
                <c:pt idx="3">
                  <c:v>0.9718</c:v>
                </c:pt>
                <c:pt idx="4">
                  <c:v>0.9562</c:v>
                </c:pt>
                <c:pt idx="5">
                  <c:v>0.9369</c:v>
                </c:pt>
                <c:pt idx="6">
                  <c:v>0.9148</c:v>
                </c:pt>
                <c:pt idx="7">
                  <c:v>0.8907</c:v>
                </c:pt>
                <c:pt idx="8">
                  <c:v>0.8516</c:v>
                </c:pt>
                <c:pt idx="9">
                  <c:v>0.8111</c:v>
                </c:pt>
                <c:pt idx="10">
                  <c:v>0.7451</c:v>
                </c:pt>
                <c:pt idx="11">
                  <c:v>0.6529</c:v>
                </c:pt>
                <c:pt idx="12">
                  <c:v>0.5373</c:v>
                </c:pt>
                <c:pt idx="13">
                  <c:v>0.3982</c:v>
                </c:pt>
                <c:pt idx="14">
                  <c:v>0.4117</c:v>
                </c:pt>
                <c:pt idx="15">
                  <c:v>0.4427</c:v>
                </c:pt>
                <c:pt idx="16">
                  <c:v>0.4812</c:v>
                </c:pt>
                <c:pt idx="17">
                  <c:v>0.5141</c:v>
                </c:pt>
                <c:pt idx="18">
                  <c:v>0.5612</c:v>
                </c:pt>
                <c:pt idx="19">
                  <c:v>0.615</c:v>
                </c:pt>
                <c:pt idx="20">
                  <c:v>0.6212</c:v>
                </c:pt>
                <c:pt idx="21">
                  <c:v>0.5515</c:v>
                </c:pt>
                <c:pt idx="22">
                  <c:v>0.4481</c:v>
                </c:pt>
                <c:pt idx="23">
                  <c:v>0.2145</c:v>
                </c:pt>
                <c:pt idx="24">
                  <c:v>0.0143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18.000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0.9944</c:v>
                </c:pt>
                <c:pt idx="2">
                  <c:v>0.9861</c:v>
                </c:pt>
                <c:pt idx="3">
                  <c:v>0.9765</c:v>
                </c:pt>
                <c:pt idx="4">
                  <c:v>0.9635</c:v>
                </c:pt>
                <c:pt idx="5">
                  <c:v>0.9474</c:v>
                </c:pt>
                <c:pt idx="6">
                  <c:v>0.9291</c:v>
                </c:pt>
                <c:pt idx="7">
                  <c:v>0.9092</c:v>
                </c:pt>
                <c:pt idx="8">
                  <c:v>0.8769</c:v>
                </c:pt>
                <c:pt idx="9">
                  <c:v>0.8435</c:v>
                </c:pt>
                <c:pt idx="10">
                  <c:v>0.7892</c:v>
                </c:pt>
                <c:pt idx="11">
                  <c:v>0.7135</c:v>
                </c:pt>
                <c:pt idx="12">
                  <c:v>0.6194</c:v>
                </c:pt>
                <c:pt idx="13">
                  <c:v>0.5076</c:v>
                </c:pt>
                <c:pt idx="14">
                  <c:v>0.5265</c:v>
                </c:pt>
                <c:pt idx="15">
                  <c:v>0.5659</c:v>
                </c:pt>
                <c:pt idx="16">
                  <c:v>0.6107</c:v>
                </c:pt>
                <c:pt idx="17">
                  <c:v>0.6489</c:v>
                </c:pt>
                <c:pt idx="18">
                  <c:v>0.6962</c:v>
                </c:pt>
                <c:pt idx="19">
                  <c:v>0.7463</c:v>
                </c:pt>
                <c:pt idx="20">
                  <c:v>0.7531</c:v>
                </c:pt>
                <c:pt idx="21">
                  <c:v>0.6929</c:v>
                </c:pt>
                <c:pt idx="22">
                  <c:v>0.604</c:v>
                </c:pt>
                <c:pt idx="23">
                  <c:v>0.4111</c:v>
                </c:pt>
                <c:pt idx="24">
                  <c:v>0.2532</c:v>
                </c:pt>
                <c:pt idx="25">
                  <c:v>0.2072</c:v>
                </c:pt>
                <c:pt idx="26">
                  <c:v>0.158</c:v>
                </c:pt>
                <c:pt idx="27">
                  <c:v>0.1521</c:v>
                </c:pt>
                <c:pt idx="28">
                  <c:v>0.1545</c:v>
                </c:pt>
                <c:pt idx="29">
                  <c:v>0.1725</c:v>
                </c:pt>
                <c:pt idx="30">
                  <c:v>0.1965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18.800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0.9947</c:v>
                </c:pt>
                <c:pt idx="2">
                  <c:v>0.9867</c:v>
                </c:pt>
                <c:pt idx="3">
                  <c:v>0.9775</c:v>
                </c:pt>
                <c:pt idx="4">
                  <c:v>0.9651</c:v>
                </c:pt>
                <c:pt idx="5">
                  <c:v>0.9497</c:v>
                </c:pt>
                <c:pt idx="6">
                  <c:v>0.9322</c:v>
                </c:pt>
                <c:pt idx="7">
                  <c:v>0.9131</c:v>
                </c:pt>
                <c:pt idx="8">
                  <c:v>0.8822</c:v>
                </c:pt>
                <c:pt idx="9">
                  <c:v>0.8503</c:v>
                </c:pt>
                <c:pt idx="10">
                  <c:v>0.7985</c:v>
                </c:pt>
                <c:pt idx="11">
                  <c:v>0.7263</c:v>
                </c:pt>
                <c:pt idx="12">
                  <c:v>0.6366</c:v>
                </c:pt>
                <c:pt idx="13">
                  <c:v>0.5304</c:v>
                </c:pt>
                <c:pt idx="14">
                  <c:v>0.55</c:v>
                </c:pt>
                <c:pt idx="15">
                  <c:v>0.5904</c:v>
                </c:pt>
                <c:pt idx="16">
                  <c:v>0.6356</c:v>
                </c:pt>
                <c:pt idx="17">
                  <c:v>0.674</c:v>
                </c:pt>
                <c:pt idx="18">
                  <c:v>0.7203</c:v>
                </c:pt>
                <c:pt idx="19">
                  <c:v>0.7687</c:v>
                </c:pt>
                <c:pt idx="20">
                  <c:v>0.775</c:v>
                </c:pt>
                <c:pt idx="21">
                  <c:v>0.7164</c:v>
                </c:pt>
                <c:pt idx="22">
                  <c:v>0.6302</c:v>
                </c:pt>
                <c:pt idx="23">
                  <c:v>0.4455</c:v>
                </c:pt>
                <c:pt idx="24">
                  <c:v>0.2953</c:v>
                </c:pt>
                <c:pt idx="25">
                  <c:v>0.2553</c:v>
                </c:pt>
                <c:pt idx="26">
                  <c:v>0.2155</c:v>
                </c:pt>
                <c:pt idx="27">
                  <c:v>0.2188</c:v>
                </c:pt>
                <c:pt idx="28">
                  <c:v>0.2323</c:v>
                </c:pt>
                <c:pt idx="29">
                  <c:v>0.2622</c:v>
                </c:pt>
                <c:pt idx="30">
                  <c:v>0.2995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 = 20.000</c:v>
                </c:pt>
              </c:strCache>
            </c:strRef>
          </c:tx>
          <c:spPr>
            <a:solidFill>
              <a:srgbClr val="6C8EBF"/>
            </a:solidFill>
            <a:ln w="31750" cap="flat">
              <a:solidFill>
                <a:srgbClr val="6C8E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C8EBF"/>
              </a:solidFill>
              <a:ln w="9525" cap="flat">
                <a:solidFill>
                  <a:srgbClr val="6C8E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0.9875</c:v>
                </c:pt>
                <c:pt idx="3">
                  <c:v>0.9788</c:v>
                </c:pt>
                <c:pt idx="4">
                  <c:v>0.9672</c:v>
                </c:pt>
                <c:pt idx="5">
                  <c:v>0.9527</c:v>
                </c:pt>
                <c:pt idx="6">
                  <c:v>0.9363</c:v>
                </c:pt>
                <c:pt idx="7">
                  <c:v>0.9184</c:v>
                </c:pt>
                <c:pt idx="8">
                  <c:v>0.8894</c:v>
                </c:pt>
                <c:pt idx="9">
                  <c:v>0.8595</c:v>
                </c:pt>
                <c:pt idx="10">
                  <c:v>0.811</c:v>
                </c:pt>
                <c:pt idx="11">
                  <c:v>0.7434</c:v>
                </c:pt>
                <c:pt idx="12">
                  <c:v>0.6596</c:v>
                </c:pt>
                <c:pt idx="13">
                  <c:v>0.5609</c:v>
                </c:pt>
                <c:pt idx="14">
                  <c:v>0.5812</c:v>
                </c:pt>
                <c:pt idx="15">
                  <c:v>0.6224</c:v>
                </c:pt>
                <c:pt idx="16">
                  <c:v>0.6678</c:v>
                </c:pt>
                <c:pt idx="17">
                  <c:v>0.706</c:v>
                </c:pt>
                <c:pt idx="18">
                  <c:v>0.7506</c:v>
                </c:pt>
                <c:pt idx="19">
                  <c:v>0.7964</c:v>
                </c:pt>
                <c:pt idx="20">
                  <c:v>0.8017</c:v>
                </c:pt>
                <c:pt idx="21">
                  <c:v>0.7453</c:v>
                </c:pt>
                <c:pt idx="22">
                  <c:v>0.663</c:v>
                </c:pt>
                <c:pt idx="23">
                  <c:v>0.489</c:v>
                </c:pt>
                <c:pt idx="24">
                  <c:v>0.349</c:v>
                </c:pt>
                <c:pt idx="25">
                  <c:v>0.3162</c:v>
                </c:pt>
                <c:pt idx="26">
                  <c:v>0.2873</c:v>
                </c:pt>
                <c:pt idx="27">
                  <c:v>0.3004</c:v>
                </c:pt>
                <c:pt idx="28">
                  <c:v>0.3254</c:v>
                </c:pt>
                <c:pt idx="29">
                  <c:v>0.3669</c:v>
                </c:pt>
                <c:pt idx="30">
                  <c:v>0.4158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 = 30.000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0.9967</c:v>
                </c:pt>
                <c:pt idx="2">
                  <c:v>0.9917</c:v>
                </c:pt>
                <c:pt idx="3">
                  <c:v>0.9859</c:v>
                </c:pt>
                <c:pt idx="4">
                  <c:v>0.9781</c:v>
                </c:pt>
                <c:pt idx="5">
                  <c:v>0.9685</c:v>
                </c:pt>
                <c:pt idx="6">
                  <c:v>0.9576</c:v>
                </c:pt>
                <c:pt idx="7">
                  <c:v>0.9458</c:v>
                </c:pt>
                <c:pt idx="8">
                  <c:v>0.9267</c:v>
                </c:pt>
                <c:pt idx="9">
                  <c:v>0.9072</c:v>
                </c:pt>
                <c:pt idx="10">
                  <c:v>0.8754</c:v>
                </c:pt>
                <c:pt idx="11">
                  <c:v>0.8314</c:v>
                </c:pt>
                <c:pt idx="12">
                  <c:v>0.7773</c:v>
                </c:pt>
                <c:pt idx="13">
                  <c:v>0.715</c:v>
                </c:pt>
                <c:pt idx="14">
                  <c:v>0.7349</c:v>
                </c:pt>
                <c:pt idx="15">
                  <c:v>0.773</c:v>
                </c:pt>
                <c:pt idx="16">
                  <c:v>0.812</c:v>
                </c:pt>
                <c:pt idx="17">
                  <c:v>0.8425</c:v>
                </c:pt>
                <c:pt idx="18">
                  <c:v>0.8735</c:v>
                </c:pt>
                <c:pt idx="19">
                  <c:v>0.9025</c:v>
                </c:pt>
                <c:pt idx="20">
                  <c:v>0.9022</c:v>
                </c:pt>
                <c:pt idx="21">
                  <c:v>0.8592</c:v>
                </c:pt>
                <c:pt idx="22">
                  <c:v>0.7996</c:v>
                </c:pt>
                <c:pt idx="23">
                  <c:v>0.6821</c:v>
                </c:pt>
                <c:pt idx="24">
                  <c:v>0.5918</c:v>
                </c:pt>
                <c:pt idx="25">
                  <c:v>0.5834</c:v>
                </c:pt>
                <c:pt idx="26">
                  <c:v>0.5883</c:v>
                </c:pt>
                <c:pt idx="27">
                  <c:v>0.6236</c:v>
                </c:pt>
                <c:pt idx="28">
                  <c:v>0.6687</c:v>
                </c:pt>
                <c:pt idx="29">
                  <c:v>0.7218</c:v>
                </c:pt>
                <c:pt idx="30">
                  <c:v>0.7747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Alvo B/K = 0,30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 = 0,2</c:v>
                  </c:pt>
                  <c:pt idx="1">
                    <c:v>r = 0,4</c:v>
                  </c:pt>
                  <c:pt idx="2">
                    <c:v>r = 0,6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 = 0,2</c:v>
                  </c:pt>
                  <c:pt idx="1">
                    <c:v>r = 0,4</c:v>
                  </c:pt>
                  <c:pt idx="2">
                    <c:v>r = 0,6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0.0625</c:v>
                </c:pt>
                <c:pt idx="1">
                  <c:v>0.75</c:v>
                </c:pt>
                <c:pt idx="2">
                  <c:v>0.1875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E4F"/>
                </a:solidFill>
                <a:latin typeface="Arial"/>
              </a:rPr>
              <a:t>Captura observada (t)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r=0,2; k=15.000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0.9847</c:v>
                </c:pt>
                <c:pt idx="3">
                  <c:v>0.9743</c:v>
                </c:pt>
                <c:pt idx="4">
                  <c:v>0.9593</c:v>
                </c:pt>
                <c:pt idx="5">
                  <c:v>0.9405</c:v>
                </c:pt>
                <c:pt idx="6">
                  <c:v>0.9183</c:v>
                </c:pt>
                <c:pt idx="7">
                  <c:v>0.8933</c:v>
                </c:pt>
                <c:pt idx="8">
                  <c:v>0.8524</c:v>
                </c:pt>
                <c:pt idx="9">
                  <c:v>0.8109</c:v>
                </c:pt>
                <c:pt idx="10">
                  <c:v>0.7416</c:v>
                </c:pt>
                <c:pt idx="11">
                  <c:v>0.6466</c:v>
                </c:pt>
                <c:pt idx="12">
                  <c:v>0.5256</c:v>
                </c:pt>
                <c:pt idx="13">
                  <c:v>0.3755</c:v>
                </c:pt>
                <c:pt idx="14">
                  <c:v>0.369</c:v>
                </c:pt>
                <c:pt idx="15">
                  <c:v>0.3823</c:v>
                </c:pt>
                <c:pt idx="16">
                  <c:v>0.4028</c:v>
                </c:pt>
                <c:pt idx="17">
                  <c:v>0.4176</c:v>
                </c:pt>
                <c:pt idx="18">
                  <c:v>0.4462</c:v>
                </c:pt>
                <c:pt idx="19">
                  <c:v>0.4823</c:v>
                </c:pt>
                <c:pt idx="20">
                  <c:v>0.4723</c:v>
                </c:pt>
                <c:pt idx="21">
                  <c:v>0.3888</c:v>
                </c:pt>
                <c:pt idx="22">
                  <c:v>0.2696</c:v>
                </c:pt>
                <c:pt idx="23">
                  <c:v>0.009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r=0,2; k=20.000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0.9885</c:v>
                </c:pt>
                <c:pt idx="3">
                  <c:v>0.9808</c:v>
                </c:pt>
                <c:pt idx="4">
                  <c:v>0.9695</c:v>
                </c:pt>
                <c:pt idx="5">
                  <c:v>0.9554</c:v>
                </c:pt>
                <c:pt idx="6">
                  <c:v>0.939</c:v>
                </c:pt>
                <c:pt idx="7">
                  <c:v>0.9204</c:v>
                </c:pt>
                <c:pt idx="8">
                  <c:v>0.8901</c:v>
                </c:pt>
                <c:pt idx="9">
                  <c:v>0.8596</c:v>
                </c:pt>
                <c:pt idx="10">
                  <c:v>0.8088</c:v>
                </c:pt>
                <c:pt idx="11">
                  <c:v>0.7397</c:v>
                </c:pt>
                <c:pt idx="12">
                  <c:v>0.6532</c:v>
                </c:pt>
                <c:pt idx="13">
                  <c:v>0.5485</c:v>
                </c:pt>
                <c:pt idx="14">
                  <c:v>0.558</c:v>
                </c:pt>
                <c:pt idx="15">
                  <c:v>0.5824</c:v>
                </c:pt>
                <c:pt idx="16">
                  <c:v>0.611</c:v>
                </c:pt>
                <c:pt idx="17">
                  <c:v>0.6336</c:v>
                </c:pt>
                <c:pt idx="18">
                  <c:v>0.665</c:v>
                </c:pt>
                <c:pt idx="19">
                  <c:v>0.6995</c:v>
                </c:pt>
                <c:pt idx="20">
                  <c:v>0.6966</c:v>
                </c:pt>
                <c:pt idx="21">
                  <c:v>0.6388</c:v>
                </c:pt>
                <c:pt idx="22">
                  <c:v>0.56</c:v>
                </c:pt>
                <c:pt idx="23">
                  <c:v>0.3843</c:v>
                </c:pt>
                <c:pt idx="24">
                  <c:v>0.2316</c:v>
                </c:pt>
                <c:pt idx="25">
                  <c:v>0.1672</c:v>
                </c:pt>
                <c:pt idx="26">
                  <c:v>0.105</c:v>
                </c:pt>
                <c:pt idx="27">
                  <c:v>0.0788</c:v>
                </c:pt>
                <c:pt idx="28">
                  <c:v>0.0634</c:v>
                </c:pt>
                <c:pt idx="29">
                  <c:v>0.0602</c:v>
                </c:pt>
                <c:pt idx="30">
                  <c:v>0.0615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r=0,2; k=30.000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0.9967</c:v>
                </c:pt>
                <c:pt idx="2">
                  <c:v>0.9923</c:v>
                </c:pt>
                <c:pt idx="3">
                  <c:v>0.9872</c:v>
                </c:pt>
                <c:pt idx="4">
                  <c:v>0.9797</c:v>
                </c:pt>
                <c:pt idx="5">
                  <c:v>0.9704</c:v>
                </c:pt>
                <c:pt idx="6">
                  <c:v>0.9594</c:v>
                </c:pt>
                <c:pt idx="7">
                  <c:v>0.9472</c:v>
                </c:pt>
                <c:pt idx="8">
                  <c:v>0.9272</c:v>
                </c:pt>
                <c:pt idx="9">
                  <c:v>0.9074</c:v>
                </c:pt>
                <c:pt idx="10">
                  <c:v>0.8742</c:v>
                </c:pt>
                <c:pt idx="11">
                  <c:v>0.8295</c:v>
                </c:pt>
                <c:pt idx="12">
                  <c:v>0.7745</c:v>
                </c:pt>
                <c:pt idx="13">
                  <c:v>0.7094</c:v>
                </c:pt>
                <c:pt idx="14">
                  <c:v>0.724</c:v>
                </c:pt>
                <c:pt idx="15">
                  <c:v>0.7473</c:v>
                </c:pt>
                <c:pt idx="16">
                  <c:v>0.7717</c:v>
                </c:pt>
                <c:pt idx="17">
                  <c:v>0.7903</c:v>
                </c:pt>
                <c:pt idx="18">
                  <c:v>0.8134</c:v>
                </c:pt>
                <c:pt idx="19">
                  <c:v>0.8371</c:v>
                </c:pt>
                <c:pt idx="20">
                  <c:v>0.8344</c:v>
                </c:pt>
                <c:pt idx="21">
                  <c:v>0.7954</c:v>
                </c:pt>
                <c:pt idx="22">
                  <c:v>0.7446</c:v>
                </c:pt>
                <c:pt idx="23">
                  <c:v>0.6326</c:v>
                </c:pt>
                <c:pt idx="24">
                  <c:v>0.5458</c:v>
                </c:pt>
                <c:pt idx="25">
                  <c:v>0.5287</c:v>
                </c:pt>
                <c:pt idx="26">
                  <c:v>0.5185</c:v>
                </c:pt>
                <c:pt idx="27">
                  <c:v>0.5384</c:v>
                </c:pt>
                <c:pt idx="28">
                  <c:v>0.5681</c:v>
                </c:pt>
                <c:pt idx="29">
                  <c:v>0.6072</c:v>
                </c:pt>
                <c:pt idx="30">
                  <c:v>0.6483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r=0,4; k=10.000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</c:v>
                </c:pt>
                <c:pt idx="2">
                  <c:v>0.979</c:v>
                </c:pt>
                <c:pt idx="3">
                  <c:v>0.9672</c:v>
                </c:pt>
                <c:pt idx="4">
                  <c:v>0.9499</c:v>
                </c:pt>
                <c:pt idx="5">
                  <c:v>0.9289</c:v>
                </c:pt>
                <c:pt idx="6">
                  <c:v>0.9053</c:v>
                </c:pt>
                <c:pt idx="7">
                  <c:v>0.8796</c:v>
                </c:pt>
                <c:pt idx="8">
                  <c:v>0.832</c:v>
                </c:pt>
                <c:pt idx="9">
                  <c:v>0.7879</c:v>
                </c:pt>
                <c:pt idx="10">
                  <c:v>0.7047</c:v>
                </c:pt>
                <c:pt idx="11">
                  <c:v>0.588</c:v>
                </c:pt>
                <c:pt idx="12">
                  <c:v>0.4349</c:v>
                </c:pt>
                <c:pt idx="13">
                  <c:v>0.2332</c:v>
                </c:pt>
                <c:pt idx="14">
                  <c:v>0.2247</c:v>
                </c:pt>
                <c:pt idx="15">
                  <c:v>0.2444</c:v>
                </c:pt>
                <c:pt idx="16">
                  <c:v>0.2783</c:v>
                </c:pt>
                <c:pt idx="17">
                  <c:v>0.3086</c:v>
                </c:pt>
                <c:pt idx="18">
                  <c:v>0.3639</c:v>
                </c:pt>
                <c:pt idx="19">
                  <c:v>0.4365</c:v>
                </c:pt>
                <c:pt idx="20">
                  <c:v>0.4449</c:v>
                </c:pt>
                <c:pt idx="21">
                  <c:v>0.3437</c:v>
                </c:pt>
                <c:pt idx="22">
                  <c:v>0.1839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r=0,4; k=15.000</c:v>
                </c:pt>
              </c:strCache>
            </c:strRef>
          </c:tx>
          <c:spPr>
            <a:solidFill>
              <a:srgbClr val="0E7C86"/>
            </a:solidFill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0.9933</c:v>
                </c:pt>
                <c:pt idx="2">
                  <c:v>0.986</c:v>
                </c:pt>
                <c:pt idx="3">
                  <c:v>0.9782</c:v>
                </c:pt>
                <c:pt idx="4">
                  <c:v>0.9667</c:v>
                </c:pt>
                <c:pt idx="5">
                  <c:v>0.9529</c:v>
                </c:pt>
                <c:pt idx="6">
                  <c:v>0.9375</c:v>
                </c:pt>
                <c:pt idx="7">
                  <c:v>0.921</c:v>
                </c:pt>
                <c:pt idx="8">
                  <c:v>0.8901</c:v>
                </c:pt>
                <c:pt idx="9">
                  <c:v>0.8625</c:v>
                </c:pt>
                <c:pt idx="10">
                  <c:v>0.81</c:v>
                </c:pt>
                <c:pt idx="11">
                  <c:v>0.7382</c:v>
                </c:pt>
                <c:pt idx="12">
                  <c:v>0.6488</c:v>
                </c:pt>
                <c:pt idx="13">
                  <c:v>0.54</c:v>
                </c:pt>
                <c:pt idx="14">
                  <c:v>0.586</c:v>
                </c:pt>
                <c:pt idx="15">
                  <c:v>0.6497</c:v>
                </c:pt>
                <c:pt idx="16">
                  <c:v>0.7141</c:v>
                </c:pt>
                <c:pt idx="17">
                  <c:v>0.7624</c:v>
                </c:pt>
                <c:pt idx="18">
                  <c:v>0.8149</c:v>
                </c:pt>
                <c:pt idx="19">
                  <c:v>0.8619</c:v>
                </c:pt>
                <c:pt idx="20">
                  <c:v>0.8495</c:v>
                </c:pt>
                <c:pt idx="21">
                  <c:v>0.7673</c:v>
                </c:pt>
                <c:pt idx="22">
                  <c:v>0.6721</c:v>
                </c:pt>
                <c:pt idx="23">
                  <c:v>0.4602</c:v>
                </c:pt>
                <c:pt idx="24">
                  <c:v>0.2929</c:v>
                </c:pt>
                <c:pt idx="25">
                  <c:v>0.2424</c:v>
                </c:pt>
                <c:pt idx="26">
                  <c:v>0.1959</c:v>
                </c:pt>
                <c:pt idx="27">
                  <c:v>0.1989</c:v>
                </c:pt>
                <c:pt idx="28">
                  <c:v>0.2226</c:v>
                </c:pt>
                <c:pt idx="29">
                  <c:v>0.2719</c:v>
                </c:pt>
                <c:pt idx="30">
                  <c:v>0.3377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Janela final (0,01–0,4)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1950</c:v>
                  </c:pt>
                  <c:pt idx="1">
                    <c:v>1951</c:v>
                  </c:pt>
                  <c:pt idx="2">
                    <c:v>1952</c:v>
                  </c:pt>
                  <c:pt idx="3">
                    <c:v>1953</c:v>
                  </c:pt>
                  <c:pt idx="4">
                    <c:v>1954</c:v>
                  </c:pt>
                  <c:pt idx="5">
                    <c:v>1955</c:v>
                  </c:pt>
                  <c:pt idx="6">
                    <c:v>1956</c:v>
                  </c:pt>
                  <c:pt idx="7">
                    <c:v>1957</c:v>
                  </c:pt>
                  <c:pt idx="8">
                    <c:v>1958</c:v>
                  </c:pt>
                  <c:pt idx="9">
                    <c:v>1959</c:v>
                  </c:pt>
                  <c:pt idx="10">
                    <c:v>1960</c:v>
                  </c:pt>
                  <c:pt idx="11">
                    <c:v>1961</c:v>
                  </c:pt>
                  <c:pt idx="12">
                    <c:v>1962</c:v>
                  </c:pt>
                  <c:pt idx="13">
                    <c:v>1963</c:v>
                  </c:pt>
                  <c:pt idx="14">
                    <c:v>1964</c:v>
                  </c:pt>
                  <c:pt idx="15">
                    <c:v>1965</c:v>
                  </c:pt>
                  <c:pt idx="16">
                    <c:v>1966</c:v>
                  </c:pt>
                  <c:pt idx="17">
                    <c:v>1967</c:v>
                  </c:pt>
                  <c:pt idx="18">
                    <c:v>1968</c:v>
                  </c:pt>
                  <c:pt idx="19">
                    <c:v>1969</c:v>
                  </c:pt>
                  <c:pt idx="20">
                    <c:v>1970</c:v>
                  </c:pt>
                  <c:pt idx="21">
                    <c:v>1971</c:v>
                  </c:pt>
                  <c:pt idx="22">
                    <c:v>1972</c:v>
                  </c:pt>
                  <c:pt idx="23">
                    <c:v>1973</c:v>
                  </c:pt>
                  <c:pt idx="24">
                    <c:v>1974</c:v>
                  </c:pt>
                  <c:pt idx="25">
                    <c:v>1975</c:v>
                  </c:pt>
                  <c:pt idx="26">
                    <c:v>1976</c:v>
                  </c:pt>
                  <c:pt idx="27">
                    <c:v>1977</c:v>
                  </c:pt>
                  <c:pt idx="28">
                    <c:v>1978</c:v>
                  </c:pt>
                  <c:pt idx="29">
                    <c:v>1979</c:v>
                  </c:pt>
                  <c:pt idx="30">
                    <c:v>1980</c:v>
                  </c:pt>
                </c:lvl>
              </c:multiLvlStrCache>
            </c:multiLvl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Rejeitados</c:v>
                </c:pt>
              </c:strCache>
            </c:strRef>
          </c:tx>
          <c:spPr>
            <a:solidFill>
              <a:srgbClr val="D5DEE7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D5DEE7"/>
              </a:solidFill>
              <a:ln w="9525" cap="flat">
                <a:solidFill>
                  <a:srgbClr val="D5DEE7"/>
                </a:solidFill>
                <a:prstDash val="solid"/>
                <a:round/>
              </a:ln>
              <a:effectLst/>
            </c:spPr>
          </c:marker>
          <c:xVal>
            <c:numRef>
              <c:f>Sheet1!$A$2:$A$1118</c:f>
              <c:numCache>
                <c:formatCode>General</c:formatCode>
                <c:ptCount val="1117"/>
                <c:pt idx="0">
                  <c:v>0.119</c:v>
                </c:pt>
                <c:pt idx="1">
                  <c:v>0.336</c:v>
                </c:pt>
                <c:pt idx="2">
                  <c:v>0.271</c:v>
                </c:pt>
                <c:pt idx="3">
                  <c:v>0.127</c:v>
                </c:pt>
                <c:pt idx="4">
                  <c:v>0.245</c:v>
                </c:pt>
                <c:pt idx="5">
                  <c:v>0.73</c:v>
                </c:pt>
                <c:pt idx="6">
                  <c:v>0.385</c:v>
                </c:pt>
                <c:pt idx="7">
                  <c:v>0.425</c:v>
                </c:pt>
                <c:pt idx="8">
                  <c:v>0.757</c:v>
                </c:pt>
                <c:pt idx="9">
                  <c:v>0.639</c:v>
                </c:pt>
                <c:pt idx="10">
                  <c:v>0.499</c:v>
                </c:pt>
                <c:pt idx="11">
                  <c:v>0.218</c:v>
                </c:pt>
                <c:pt idx="12">
                  <c:v>0.694</c:v>
                </c:pt>
                <c:pt idx="13">
                  <c:v>0.186</c:v>
                </c:pt>
                <c:pt idx="14">
                  <c:v>0.158</c:v>
                </c:pt>
                <c:pt idx="15">
                  <c:v>0.414</c:v>
                </c:pt>
                <c:pt idx="16">
                  <c:v>0.484</c:v>
                </c:pt>
                <c:pt idx="17">
                  <c:v>0.585</c:v>
                </c:pt>
                <c:pt idx="18">
                  <c:v>0.136</c:v>
                </c:pt>
                <c:pt idx="19">
                  <c:v>0.612</c:v>
                </c:pt>
                <c:pt idx="20">
                  <c:v>0.23</c:v>
                </c:pt>
                <c:pt idx="21">
                  <c:v>0.145</c:v>
                </c:pt>
                <c:pt idx="22">
                  <c:v>0.325</c:v>
                </c:pt>
                <c:pt idx="23">
                  <c:v>0.587</c:v>
                </c:pt>
                <c:pt idx="24">
                  <c:v>0.366</c:v>
                </c:pt>
                <c:pt idx="25">
                  <c:v>0.514</c:v>
                </c:pt>
                <c:pt idx="26">
                  <c:v>0.216</c:v>
                </c:pt>
                <c:pt idx="27">
                  <c:v>0.156</c:v>
                </c:pt>
                <c:pt idx="28">
                  <c:v>0.185</c:v>
                </c:pt>
                <c:pt idx="29">
                  <c:v>0.744</c:v>
                </c:pt>
                <c:pt idx="30">
                  <c:v>0.311</c:v>
                </c:pt>
                <c:pt idx="31">
                  <c:v>0.411</c:v>
                </c:pt>
                <c:pt idx="32">
                  <c:v>0.402</c:v>
                </c:pt>
                <c:pt idx="33">
                  <c:v>0.317</c:v>
                </c:pt>
                <c:pt idx="34">
                  <c:v>0.13</c:v>
                </c:pt>
                <c:pt idx="35">
                  <c:v>0.5</c:v>
                </c:pt>
                <c:pt idx="36">
                  <c:v>0.3</c:v>
                </c:pt>
                <c:pt idx="37">
                  <c:v>0.224</c:v>
                </c:pt>
                <c:pt idx="38">
                  <c:v>0.226</c:v>
                </c:pt>
                <c:pt idx="39">
                  <c:v>0.272</c:v>
                </c:pt>
                <c:pt idx="40">
                  <c:v>0.679</c:v>
                </c:pt>
                <c:pt idx="41">
                  <c:v>0.717</c:v>
                </c:pt>
                <c:pt idx="42">
                  <c:v>0.542</c:v>
                </c:pt>
                <c:pt idx="43">
                  <c:v>0.169</c:v>
                </c:pt>
                <c:pt idx="44">
                  <c:v>0.272</c:v>
                </c:pt>
                <c:pt idx="45">
                  <c:v>0.328</c:v>
                </c:pt>
                <c:pt idx="46">
                  <c:v>0.336</c:v>
                </c:pt>
                <c:pt idx="47">
                  <c:v>0.225</c:v>
                </c:pt>
                <c:pt idx="48">
                  <c:v>0.142</c:v>
                </c:pt>
                <c:pt idx="49">
                  <c:v>0.399</c:v>
                </c:pt>
                <c:pt idx="50">
                  <c:v>0.694</c:v>
                </c:pt>
                <c:pt idx="51">
                  <c:v>0.166</c:v>
                </c:pt>
                <c:pt idx="52">
                  <c:v>0.179</c:v>
                </c:pt>
                <c:pt idx="53">
                  <c:v>0.305</c:v>
                </c:pt>
                <c:pt idx="54">
                  <c:v>0.237</c:v>
                </c:pt>
                <c:pt idx="55">
                  <c:v>0.8</c:v>
                </c:pt>
                <c:pt idx="56">
                  <c:v>0.625</c:v>
                </c:pt>
                <c:pt idx="57">
                  <c:v>0.144</c:v>
                </c:pt>
                <c:pt idx="58">
                  <c:v>0.306</c:v>
                </c:pt>
                <c:pt idx="59">
                  <c:v>0.237</c:v>
                </c:pt>
                <c:pt idx="60">
                  <c:v>0.402</c:v>
                </c:pt>
                <c:pt idx="61">
                  <c:v>0.432</c:v>
                </c:pt>
                <c:pt idx="62">
                  <c:v>0.491</c:v>
                </c:pt>
                <c:pt idx="63">
                  <c:v>0.293</c:v>
                </c:pt>
                <c:pt idx="64">
                  <c:v>0.139</c:v>
                </c:pt>
                <c:pt idx="65">
                  <c:v>0.614</c:v>
                </c:pt>
                <c:pt idx="66">
                  <c:v>0.1</c:v>
                </c:pt>
                <c:pt idx="67">
                  <c:v>0.495</c:v>
                </c:pt>
                <c:pt idx="68">
                  <c:v>0.417</c:v>
                </c:pt>
                <c:pt idx="69">
                  <c:v>0.619</c:v>
                </c:pt>
                <c:pt idx="70">
                  <c:v>0.322</c:v>
                </c:pt>
                <c:pt idx="71">
                  <c:v>0.402</c:v>
                </c:pt>
                <c:pt idx="72">
                  <c:v>0.271</c:v>
                </c:pt>
                <c:pt idx="73">
                  <c:v>0.106</c:v>
                </c:pt>
                <c:pt idx="74">
                  <c:v>0.595</c:v>
                </c:pt>
                <c:pt idx="75">
                  <c:v>0.225</c:v>
                </c:pt>
                <c:pt idx="76">
                  <c:v>0.21</c:v>
                </c:pt>
                <c:pt idx="77">
                  <c:v>0.118</c:v>
                </c:pt>
                <c:pt idx="78">
                  <c:v>0.74</c:v>
                </c:pt>
                <c:pt idx="79">
                  <c:v>0.642</c:v>
                </c:pt>
                <c:pt idx="80">
                  <c:v>0.221</c:v>
                </c:pt>
                <c:pt idx="81">
                  <c:v>0.275</c:v>
                </c:pt>
                <c:pt idx="82">
                  <c:v>0.103</c:v>
                </c:pt>
                <c:pt idx="83">
                  <c:v>0.247</c:v>
                </c:pt>
                <c:pt idx="84">
                  <c:v>0.632</c:v>
                </c:pt>
                <c:pt idx="85">
                  <c:v>0.142</c:v>
                </c:pt>
                <c:pt idx="86">
                  <c:v>0.627</c:v>
                </c:pt>
                <c:pt idx="87">
                  <c:v>0.64</c:v>
                </c:pt>
                <c:pt idx="88">
                  <c:v>0.152</c:v>
                </c:pt>
                <c:pt idx="89">
                  <c:v>0.441</c:v>
                </c:pt>
                <c:pt idx="90">
                  <c:v>0.377</c:v>
                </c:pt>
                <c:pt idx="91">
                  <c:v>0.388</c:v>
                </c:pt>
                <c:pt idx="92">
                  <c:v>0.29</c:v>
                </c:pt>
                <c:pt idx="93">
                  <c:v>0.681</c:v>
                </c:pt>
                <c:pt idx="94">
                  <c:v>0.148</c:v>
                </c:pt>
                <c:pt idx="95">
                  <c:v>0.103</c:v>
                </c:pt>
                <c:pt idx="96">
                  <c:v>0.164</c:v>
                </c:pt>
                <c:pt idx="97">
                  <c:v>0.348</c:v>
                </c:pt>
                <c:pt idx="98">
                  <c:v>0.155</c:v>
                </c:pt>
                <c:pt idx="99">
                  <c:v>0.537</c:v>
                </c:pt>
                <c:pt idx="100">
                  <c:v>0.282</c:v>
                </c:pt>
                <c:pt idx="101">
                  <c:v>0.149</c:v>
                </c:pt>
                <c:pt idx="102">
                  <c:v>0.662</c:v>
                </c:pt>
                <c:pt idx="103">
                  <c:v>0.197</c:v>
                </c:pt>
                <c:pt idx="104">
                  <c:v>0.522</c:v>
                </c:pt>
                <c:pt idx="105">
                  <c:v>0.222</c:v>
                </c:pt>
                <c:pt idx="106">
                  <c:v>0.472</c:v>
                </c:pt>
                <c:pt idx="107">
                  <c:v>0.608</c:v>
                </c:pt>
                <c:pt idx="108">
                  <c:v>0.504</c:v>
                </c:pt>
                <c:pt idx="109">
                  <c:v>0.311</c:v>
                </c:pt>
                <c:pt idx="110">
                  <c:v>0.789</c:v>
                </c:pt>
                <c:pt idx="111">
                  <c:v>0.624</c:v>
                </c:pt>
                <c:pt idx="112">
                  <c:v>0.162</c:v>
                </c:pt>
                <c:pt idx="113">
                  <c:v>0.229</c:v>
                </c:pt>
                <c:pt idx="114">
                  <c:v>0.243</c:v>
                </c:pt>
                <c:pt idx="115">
                  <c:v>0.712</c:v>
                </c:pt>
                <c:pt idx="116">
                  <c:v>0.2</c:v>
                </c:pt>
                <c:pt idx="117">
                  <c:v>0.253</c:v>
                </c:pt>
                <c:pt idx="118">
                  <c:v>0.535</c:v>
                </c:pt>
                <c:pt idx="119">
                  <c:v>0.358</c:v>
                </c:pt>
                <c:pt idx="120">
                  <c:v>0.238</c:v>
                </c:pt>
                <c:pt idx="121">
                  <c:v>0.387</c:v>
                </c:pt>
                <c:pt idx="122">
                  <c:v>0.188</c:v>
                </c:pt>
                <c:pt idx="123">
                  <c:v>0.343</c:v>
                </c:pt>
                <c:pt idx="124">
                  <c:v>0.184</c:v>
                </c:pt>
                <c:pt idx="125">
                  <c:v>0.166</c:v>
                </c:pt>
                <c:pt idx="126">
                  <c:v>0.185</c:v>
                </c:pt>
                <c:pt idx="127">
                  <c:v>0.734</c:v>
                </c:pt>
                <c:pt idx="128">
                  <c:v>0.485</c:v>
                </c:pt>
                <c:pt idx="129">
                  <c:v>0.373</c:v>
                </c:pt>
                <c:pt idx="130">
                  <c:v>0.739</c:v>
                </c:pt>
                <c:pt idx="131">
                  <c:v>0.265</c:v>
                </c:pt>
                <c:pt idx="132">
                  <c:v>0.176</c:v>
                </c:pt>
                <c:pt idx="133">
                  <c:v>0.153</c:v>
                </c:pt>
                <c:pt idx="134">
                  <c:v>0.287</c:v>
                </c:pt>
                <c:pt idx="135">
                  <c:v>0.628</c:v>
                </c:pt>
                <c:pt idx="136">
                  <c:v>0.447</c:v>
                </c:pt>
                <c:pt idx="137">
                  <c:v>0.12</c:v>
                </c:pt>
                <c:pt idx="138">
                  <c:v>0.104</c:v>
                </c:pt>
                <c:pt idx="139">
                  <c:v>0.112</c:v>
                </c:pt>
                <c:pt idx="140">
                  <c:v>0.216</c:v>
                </c:pt>
                <c:pt idx="141">
                  <c:v>0.514</c:v>
                </c:pt>
                <c:pt idx="142">
                  <c:v>0.298</c:v>
                </c:pt>
                <c:pt idx="143">
                  <c:v>0.119</c:v>
                </c:pt>
                <c:pt idx="144">
                  <c:v>0.459</c:v>
                </c:pt>
                <c:pt idx="145">
                  <c:v>0.184</c:v>
                </c:pt>
                <c:pt idx="146">
                  <c:v>0.217</c:v>
                </c:pt>
                <c:pt idx="147">
                  <c:v>0.174</c:v>
                </c:pt>
                <c:pt idx="148">
                  <c:v>0.136</c:v>
                </c:pt>
                <c:pt idx="149">
                  <c:v>0.229</c:v>
                </c:pt>
                <c:pt idx="150">
                  <c:v>0.641</c:v>
                </c:pt>
                <c:pt idx="151">
                  <c:v>0.278</c:v>
                </c:pt>
                <c:pt idx="152">
                  <c:v>0.342</c:v>
                </c:pt>
                <c:pt idx="153">
                  <c:v>0.165</c:v>
                </c:pt>
                <c:pt idx="154">
                  <c:v>0.114</c:v>
                </c:pt>
                <c:pt idx="155">
                  <c:v>0.127</c:v>
                </c:pt>
                <c:pt idx="156">
                  <c:v>0.508</c:v>
                </c:pt>
                <c:pt idx="157">
                  <c:v>0.255</c:v>
                </c:pt>
                <c:pt idx="158">
                  <c:v>0.146</c:v>
                </c:pt>
                <c:pt idx="159">
                  <c:v>0.24</c:v>
                </c:pt>
                <c:pt idx="160">
                  <c:v>0.431</c:v>
                </c:pt>
                <c:pt idx="161">
                  <c:v>0.228</c:v>
                </c:pt>
                <c:pt idx="162">
                  <c:v>0.332</c:v>
                </c:pt>
                <c:pt idx="163">
                  <c:v>0.111</c:v>
                </c:pt>
                <c:pt idx="164">
                  <c:v>0.109</c:v>
                </c:pt>
                <c:pt idx="165">
                  <c:v>0.218</c:v>
                </c:pt>
                <c:pt idx="166">
                  <c:v>0.325</c:v>
                </c:pt>
                <c:pt idx="167">
                  <c:v>0.357</c:v>
                </c:pt>
                <c:pt idx="168">
                  <c:v>0.108</c:v>
                </c:pt>
                <c:pt idx="169">
                  <c:v>0.11</c:v>
                </c:pt>
                <c:pt idx="170">
                  <c:v>0.438</c:v>
                </c:pt>
                <c:pt idx="171">
                  <c:v>0.177</c:v>
                </c:pt>
                <c:pt idx="172">
                  <c:v>0.15</c:v>
                </c:pt>
                <c:pt idx="173">
                  <c:v>0.173</c:v>
                </c:pt>
                <c:pt idx="174">
                  <c:v>0.693</c:v>
                </c:pt>
                <c:pt idx="175">
                  <c:v>0.663</c:v>
                </c:pt>
                <c:pt idx="176">
                  <c:v>0.385</c:v>
                </c:pt>
                <c:pt idx="177">
                  <c:v>0.173</c:v>
                </c:pt>
                <c:pt idx="178">
                  <c:v>0.488</c:v>
                </c:pt>
                <c:pt idx="179">
                  <c:v>0.767</c:v>
                </c:pt>
                <c:pt idx="180">
                  <c:v>0.14</c:v>
                </c:pt>
                <c:pt idx="181">
                  <c:v>0.113</c:v>
                </c:pt>
                <c:pt idx="182">
                  <c:v>0.402</c:v>
                </c:pt>
                <c:pt idx="183">
                  <c:v>0.225</c:v>
                </c:pt>
                <c:pt idx="184">
                  <c:v>0.434</c:v>
                </c:pt>
                <c:pt idx="185">
                  <c:v>0.196</c:v>
                </c:pt>
                <c:pt idx="186">
                  <c:v>0.46</c:v>
                </c:pt>
                <c:pt idx="187">
                  <c:v>0.115</c:v>
                </c:pt>
                <c:pt idx="188">
                  <c:v>0.286</c:v>
                </c:pt>
                <c:pt idx="189">
                  <c:v>0.603</c:v>
                </c:pt>
                <c:pt idx="190">
                  <c:v>0.136</c:v>
                </c:pt>
                <c:pt idx="191">
                  <c:v>0.169</c:v>
                </c:pt>
                <c:pt idx="192">
                  <c:v>0.146</c:v>
                </c:pt>
                <c:pt idx="193">
                  <c:v>0.115</c:v>
                </c:pt>
                <c:pt idx="194">
                  <c:v>0.131</c:v>
                </c:pt>
                <c:pt idx="195">
                  <c:v>0.516</c:v>
                </c:pt>
                <c:pt idx="196">
                  <c:v>0.745</c:v>
                </c:pt>
                <c:pt idx="197">
                  <c:v>0.646</c:v>
                </c:pt>
                <c:pt idx="198">
                  <c:v>0.381</c:v>
                </c:pt>
                <c:pt idx="199">
                  <c:v>0.579</c:v>
                </c:pt>
                <c:pt idx="200">
                  <c:v>0.301</c:v>
                </c:pt>
                <c:pt idx="201">
                  <c:v>0.756</c:v>
                </c:pt>
                <c:pt idx="202">
                  <c:v>0.552</c:v>
                </c:pt>
                <c:pt idx="203">
                  <c:v>0.245</c:v>
                </c:pt>
                <c:pt idx="204">
                  <c:v>0.249</c:v>
                </c:pt>
                <c:pt idx="205">
                  <c:v>0.157</c:v>
                </c:pt>
                <c:pt idx="206">
                  <c:v>0.125</c:v>
                </c:pt>
                <c:pt idx="207">
                  <c:v>0.618</c:v>
                </c:pt>
                <c:pt idx="208">
                  <c:v>0.352</c:v>
                </c:pt>
                <c:pt idx="209">
                  <c:v>0.268</c:v>
                </c:pt>
                <c:pt idx="210">
                  <c:v>0.472</c:v>
                </c:pt>
                <c:pt idx="211">
                  <c:v>0.136</c:v>
                </c:pt>
                <c:pt idx="212">
                  <c:v>0.438</c:v>
                </c:pt>
                <c:pt idx="213">
                  <c:v>0.161</c:v>
                </c:pt>
                <c:pt idx="214">
                  <c:v>0.179</c:v>
                </c:pt>
                <c:pt idx="215">
                  <c:v>0.238</c:v>
                </c:pt>
                <c:pt idx="216">
                  <c:v>0.2</c:v>
                </c:pt>
                <c:pt idx="217">
                  <c:v>0.454</c:v>
                </c:pt>
                <c:pt idx="218">
                  <c:v>0.243</c:v>
                </c:pt>
                <c:pt idx="219">
                  <c:v>0.238</c:v>
                </c:pt>
                <c:pt idx="220">
                  <c:v>0.262</c:v>
                </c:pt>
                <c:pt idx="221">
                  <c:v>0.585</c:v>
                </c:pt>
                <c:pt idx="222">
                  <c:v>0.14</c:v>
                </c:pt>
                <c:pt idx="223">
                  <c:v>0.109</c:v>
                </c:pt>
                <c:pt idx="224">
                  <c:v>0.265</c:v>
                </c:pt>
                <c:pt idx="225">
                  <c:v>0.146</c:v>
                </c:pt>
                <c:pt idx="226">
                  <c:v>0.244</c:v>
                </c:pt>
                <c:pt idx="227">
                  <c:v>0.308</c:v>
                </c:pt>
                <c:pt idx="228">
                  <c:v>0.13</c:v>
                </c:pt>
                <c:pt idx="229">
                  <c:v>0.282</c:v>
                </c:pt>
                <c:pt idx="230">
                  <c:v>0.235</c:v>
                </c:pt>
                <c:pt idx="231">
                  <c:v>0.441</c:v>
                </c:pt>
                <c:pt idx="232">
                  <c:v>0.157</c:v>
                </c:pt>
                <c:pt idx="233">
                  <c:v>0.275</c:v>
                </c:pt>
                <c:pt idx="234">
                  <c:v>0.182</c:v>
                </c:pt>
                <c:pt idx="235">
                  <c:v>0.414</c:v>
                </c:pt>
                <c:pt idx="236">
                  <c:v>0.133</c:v>
                </c:pt>
                <c:pt idx="237">
                  <c:v>0.217</c:v>
                </c:pt>
                <c:pt idx="238">
                  <c:v>0.401</c:v>
                </c:pt>
                <c:pt idx="239">
                  <c:v>0.133</c:v>
                </c:pt>
                <c:pt idx="240">
                  <c:v>0.346</c:v>
                </c:pt>
                <c:pt idx="241">
                  <c:v>0.548</c:v>
                </c:pt>
                <c:pt idx="242">
                  <c:v>0.136</c:v>
                </c:pt>
                <c:pt idx="243">
                  <c:v>0.147</c:v>
                </c:pt>
                <c:pt idx="244">
                  <c:v>0.198</c:v>
                </c:pt>
                <c:pt idx="245">
                  <c:v>0.248</c:v>
                </c:pt>
                <c:pt idx="246">
                  <c:v>0.176</c:v>
                </c:pt>
                <c:pt idx="247">
                  <c:v>0.681</c:v>
                </c:pt>
                <c:pt idx="248">
                  <c:v>0.29</c:v>
                </c:pt>
                <c:pt idx="249">
                  <c:v>0.17</c:v>
                </c:pt>
                <c:pt idx="250">
                  <c:v>0.199</c:v>
                </c:pt>
                <c:pt idx="251">
                  <c:v>0.284</c:v>
                </c:pt>
                <c:pt idx="252">
                  <c:v>0.237</c:v>
                </c:pt>
                <c:pt idx="253">
                  <c:v>0.194</c:v>
                </c:pt>
                <c:pt idx="254">
                  <c:v>0.707</c:v>
                </c:pt>
                <c:pt idx="255">
                  <c:v>0.27</c:v>
                </c:pt>
                <c:pt idx="256">
                  <c:v>0.216</c:v>
                </c:pt>
                <c:pt idx="257">
                  <c:v>0.133</c:v>
                </c:pt>
                <c:pt idx="258">
                  <c:v>0.107</c:v>
                </c:pt>
                <c:pt idx="259">
                  <c:v>0.351</c:v>
                </c:pt>
                <c:pt idx="260">
                  <c:v>0.412</c:v>
                </c:pt>
                <c:pt idx="261">
                  <c:v>0.286</c:v>
                </c:pt>
                <c:pt idx="262">
                  <c:v>0.382</c:v>
                </c:pt>
                <c:pt idx="263">
                  <c:v>0.384</c:v>
                </c:pt>
                <c:pt idx="264">
                  <c:v>0.174</c:v>
                </c:pt>
                <c:pt idx="265">
                  <c:v>0.447</c:v>
                </c:pt>
                <c:pt idx="266">
                  <c:v>0.136</c:v>
                </c:pt>
                <c:pt idx="267">
                  <c:v>0.61</c:v>
                </c:pt>
                <c:pt idx="268">
                  <c:v>0.174</c:v>
                </c:pt>
                <c:pt idx="269">
                  <c:v>0.375</c:v>
                </c:pt>
                <c:pt idx="270">
                  <c:v>0.696</c:v>
                </c:pt>
                <c:pt idx="271">
                  <c:v>0.197</c:v>
                </c:pt>
                <c:pt idx="272">
                  <c:v>0.204</c:v>
                </c:pt>
                <c:pt idx="273">
                  <c:v>0.393</c:v>
                </c:pt>
                <c:pt idx="274">
                  <c:v>0.223</c:v>
                </c:pt>
                <c:pt idx="275">
                  <c:v>0.116</c:v>
                </c:pt>
                <c:pt idx="276">
                  <c:v>0.212</c:v>
                </c:pt>
                <c:pt idx="277">
                  <c:v>0.262</c:v>
                </c:pt>
                <c:pt idx="278">
                  <c:v>0.195</c:v>
                </c:pt>
                <c:pt idx="279">
                  <c:v>0.19</c:v>
                </c:pt>
                <c:pt idx="280">
                  <c:v>0.524</c:v>
                </c:pt>
                <c:pt idx="281">
                  <c:v>0.73</c:v>
                </c:pt>
                <c:pt idx="282">
                  <c:v>0.371</c:v>
                </c:pt>
                <c:pt idx="283">
                  <c:v>0.697</c:v>
                </c:pt>
                <c:pt idx="284">
                  <c:v>0.439</c:v>
                </c:pt>
                <c:pt idx="285">
                  <c:v>0.101</c:v>
                </c:pt>
                <c:pt idx="286">
                  <c:v>0.237</c:v>
                </c:pt>
                <c:pt idx="287">
                  <c:v>0.106</c:v>
                </c:pt>
                <c:pt idx="288">
                  <c:v>0.138</c:v>
                </c:pt>
                <c:pt idx="289">
                  <c:v>0.385</c:v>
                </c:pt>
                <c:pt idx="290">
                  <c:v>0.487</c:v>
                </c:pt>
                <c:pt idx="291">
                  <c:v>0.181</c:v>
                </c:pt>
                <c:pt idx="292">
                  <c:v>0.682</c:v>
                </c:pt>
                <c:pt idx="293">
                  <c:v>0.249</c:v>
                </c:pt>
                <c:pt idx="294">
                  <c:v>0.186</c:v>
                </c:pt>
                <c:pt idx="295">
                  <c:v>0.116</c:v>
                </c:pt>
                <c:pt idx="296">
                  <c:v>0.28</c:v>
                </c:pt>
                <c:pt idx="297">
                  <c:v>0.301</c:v>
                </c:pt>
                <c:pt idx="298">
                  <c:v>0.567</c:v>
                </c:pt>
                <c:pt idx="299">
                  <c:v>0.113</c:v>
                </c:pt>
                <c:pt idx="300">
                  <c:v>0.435</c:v>
                </c:pt>
                <c:pt idx="301">
                  <c:v>0.698</c:v>
                </c:pt>
                <c:pt idx="302">
                  <c:v>0.385</c:v>
                </c:pt>
                <c:pt idx="303">
                  <c:v>0.787</c:v>
                </c:pt>
                <c:pt idx="304">
                  <c:v>0.268</c:v>
                </c:pt>
                <c:pt idx="305">
                  <c:v>0.388</c:v>
                </c:pt>
                <c:pt idx="306">
                  <c:v>0.251</c:v>
                </c:pt>
                <c:pt idx="307">
                  <c:v>0.351</c:v>
                </c:pt>
                <c:pt idx="308">
                  <c:v>0.105</c:v>
                </c:pt>
                <c:pt idx="309">
                  <c:v>0.464</c:v>
                </c:pt>
                <c:pt idx="310">
                  <c:v>0.31</c:v>
                </c:pt>
                <c:pt idx="311">
                  <c:v>0.772</c:v>
                </c:pt>
                <c:pt idx="312">
                  <c:v>0.12</c:v>
                </c:pt>
                <c:pt idx="313">
                  <c:v>0.78</c:v>
                </c:pt>
                <c:pt idx="314">
                  <c:v>0.626</c:v>
                </c:pt>
                <c:pt idx="315">
                  <c:v>0.167</c:v>
                </c:pt>
                <c:pt idx="316">
                  <c:v>0.184</c:v>
                </c:pt>
                <c:pt idx="317">
                  <c:v>0.266</c:v>
                </c:pt>
                <c:pt idx="318">
                  <c:v>0.616</c:v>
                </c:pt>
                <c:pt idx="319">
                  <c:v>0.122</c:v>
                </c:pt>
                <c:pt idx="320">
                  <c:v>0.221</c:v>
                </c:pt>
                <c:pt idx="321">
                  <c:v>0.422</c:v>
                </c:pt>
                <c:pt idx="322">
                  <c:v>0.241</c:v>
                </c:pt>
                <c:pt idx="323">
                  <c:v>0.72</c:v>
                </c:pt>
                <c:pt idx="324">
                  <c:v>0.585</c:v>
                </c:pt>
                <c:pt idx="325">
                  <c:v>0.158</c:v>
                </c:pt>
                <c:pt idx="326">
                  <c:v>0.618</c:v>
                </c:pt>
                <c:pt idx="327">
                  <c:v>0.253</c:v>
                </c:pt>
                <c:pt idx="328">
                  <c:v>0.113</c:v>
                </c:pt>
                <c:pt idx="329">
                  <c:v>0.158</c:v>
                </c:pt>
                <c:pt idx="330">
                  <c:v>0.206</c:v>
                </c:pt>
                <c:pt idx="331">
                  <c:v>0.212</c:v>
                </c:pt>
                <c:pt idx="332">
                  <c:v>0.133</c:v>
                </c:pt>
                <c:pt idx="333">
                  <c:v>0.26</c:v>
                </c:pt>
                <c:pt idx="334">
                  <c:v>0.148</c:v>
                </c:pt>
                <c:pt idx="335">
                  <c:v>0.772</c:v>
                </c:pt>
                <c:pt idx="336">
                  <c:v>0.566</c:v>
                </c:pt>
                <c:pt idx="337">
                  <c:v>0.624</c:v>
                </c:pt>
                <c:pt idx="338">
                  <c:v>0.194</c:v>
                </c:pt>
                <c:pt idx="339">
                  <c:v>0.323</c:v>
                </c:pt>
                <c:pt idx="340">
                  <c:v>0.275</c:v>
                </c:pt>
                <c:pt idx="341">
                  <c:v>0.138</c:v>
                </c:pt>
                <c:pt idx="342">
                  <c:v>0.163</c:v>
                </c:pt>
                <c:pt idx="343">
                  <c:v>0.385</c:v>
                </c:pt>
                <c:pt idx="344">
                  <c:v>0.159</c:v>
                </c:pt>
                <c:pt idx="345">
                  <c:v>0.463</c:v>
                </c:pt>
                <c:pt idx="346">
                  <c:v>0.277</c:v>
                </c:pt>
                <c:pt idx="347">
                  <c:v>0.726</c:v>
                </c:pt>
                <c:pt idx="348">
                  <c:v>0.698</c:v>
                </c:pt>
                <c:pt idx="349">
                  <c:v>0.275</c:v>
                </c:pt>
                <c:pt idx="350">
                  <c:v>0.394</c:v>
                </c:pt>
                <c:pt idx="351">
                  <c:v>0.13</c:v>
                </c:pt>
                <c:pt idx="352">
                  <c:v>0.202</c:v>
                </c:pt>
                <c:pt idx="353">
                  <c:v>0.168</c:v>
                </c:pt>
                <c:pt idx="354">
                  <c:v>0.436</c:v>
                </c:pt>
                <c:pt idx="355">
                  <c:v>0.395</c:v>
                </c:pt>
                <c:pt idx="356">
                  <c:v>0.754</c:v>
                </c:pt>
                <c:pt idx="357">
                  <c:v>0.366</c:v>
                </c:pt>
                <c:pt idx="358">
                  <c:v>0.391</c:v>
                </c:pt>
                <c:pt idx="359">
                  <c:v>0.223</c:v>
                </c:pt>
                <c:pt idx="360">
                  <c:v>0.597</c:v>
                </c:pt>
                <c:pt idx="361">
                  <c:v>0.561</c:v>
                </c:pt>
                <c:pt idx="362">
                  <c:v>0.483</c:v>
                </c:pt>
                <c:pt idx="363">
                  <c:v>0.648</c:v>
                </c:pt>
                <c:pt idx="364">
                  <c:v>0.192</c:v>
                </c:pt>
                <c:pt idx="365">
                  <c:v>0.301</c:v>
                </c:pt>
                <c:pt idx="366">
                  <c:v>0.157</c:v>
                </c:pt>
                <c:pt idx="367">
                  <c:v>0.129</c:v>
                </c:pt>
                <c:pt idx="368">
                  <c:v>0.145</c:v>
                </c:pt>
                <c:pt idx="369">
                  <c:v>0.148</c:v>
                </c:pt>
                <c:pt idx="370">
                  <c:v>0.301</c:v>
                </c:pt>
                <c:pt idx="371">
                  <c:v>0.308</c:v>
                </c:pt>
                <c:pt idx="372">
                  <c:v>0.195</c:v>
                </c:pt>
                <c:pt idx="373">
                  <c:v>0.681</c:v>
                </c:pt>
                <c:pt idx="374">
                  <c:v>0.263</c:v>
                </c:pt>
                <c:pt idx="375">
                  <c:v>0.19</c:v>
                </c:pt>
                <c:pt idx="376">
                  <c:v>0.132</c:v>
                </c:pt>
                <c:pt idx="377">
                  <c:v>0.35</c:v>
                </c:pt>
                <c:pt idx="378">
                  <c:v>0.238</c:v>
                </c:pt>
                <c:pt idx="379">
                  <c:v>0.575</c:v>
                </c:pt>
                <c:pt idx="380">
                  <c:v>0.157</c:v>
                </c:pt>
                <c:pt idx="381">
                  <c:v>0.217</c:v>
                </c:pt>
                <c:pt idx="382">
                  <c:v>0.244</c:v>
                </c:pt>
                <c:pt idx="383">
                  <c:v>0.167</c:v>
                </c:pt>
                <c:pt idx="384">
                  <c:v>0.243</c:v>
                </c:pt>
                <c:pt idx="385">
                  <c:v>0.382</c:v>
                </c:pt>
                <c:pt idx="386">
                  <c:v>0.705</c:v>
                </c:pt>
                <c:pt idx="387">
                  <c:v>0.192</c:v>
                </c:pt>
                <c:pt idx="388">
                  <c:v>0.104</c:v>
                </c:pt>
                <c:pt idx="389">
                  <c:v>0.454</c:v>
                </c:pt>
                <c:pt idx="390">
                  <c:v>0.107</c:v>
                </c:pt>
                <c:pt idx="391">
                  <c:v>0.345</c:v>
                </c:pt>
                <c:pt idx="392">
                  <c:v>0.167</c:v>
                </c:pt>
                <c:pt idx="393">
                  <c:v>0.535</c:v>
                </c:pt>
                <c:pt idx="394">
                  <c:v>0.145</c:v>
                </c:pt>
                <c:pt idx="395">
                  <c:v>0.175</c:v>
                </c:pt>
                <c:pt idx="396">
                  <c:v>0.363</c:v>
                </c:pt>
                <c:pt idx="397">
                  <c:v>0.301</c:v>
                </c:pt>
                <c:pt idx="398">
                  <c:v>0.171</c:v>
                </c:pt>
                <c:pt idx="399">
                  <c:v>0.327</c:v>
                </c:pt>
                <c:pt idx="400">
                  <c:v>0.696</c:v>
                </c:pt>
                <c:pt idx="401">
                  <c:v>0.181</c:v>
                </c:pt>
                <c:pt idx="402">
                  <c:v>0.344</c:v>
                </c:pt>
                <c:pt idx="403">
                  <c:v>0.14</c:v>
                </c:pt>
                <c:pt idx="404">
                  <c:v>0.667</c:v>
                </c:pt>
                <c:pt idx="405">
                  <c:v>0.21</c:v>
                </c:pt>
                <c:pt idx="406">
                  <c:v>0.499</c:v>
                </c:pt>
                <c:pt idx="407">
                  <c:v>0.274</c:v>
                </c:pt>
                <c:pt idx="408">
                  <c:v>0.249</c:v>
                </c:pt>
                <c:pt idx="409">
                  <c:v>0.357</c:v>
                </c:pt>
                <c:pt idx="410">
                  <c:v>0.168</c:v>
                </c:pt>
                <c:pt idx="411">
                  <c:v>0.305</c:v>
                </c:pt>
                <c:pt idx="412">
                  <c:v>0.197</c:v>
                </c:pt>
                <c:pt idx="413">
                  <c:v>0.119</c:v>
                </c:pt>
                <c:pt idx="414">
                  <c:v>0.674</c:v>
                </c:pt>
                <c:pt idx="415">
                  <c:v>0.199</c:v>
                </c:pt>
                <c:pt idx="416">
                  <c:v>0.386</c:v>
                </c:pt>
                <c:pt idx="417">
                  <c:v>0.133</c:v>
                </c:pt>
                <c:pt idx="418">
                  <c:v>0.759</c:v>
                </c:pt>
                <c:pt idx="419">
                  <c:v>0.178</c:v>
                </c:pt>
                <c:pt idx="420">
                  <c:v>0.166</c:v>
                </c:pt>
                <c:pt idx="421">
                  <c:v>0.62</c:v>
                </c:pt>
                <c:pt idx="422">
                  <c:v>0.381</c:v>
                </c:pt>
                <c:pt idx="423">
                  <c:v>0.414</c:v>
                </c:pt>
                <c:pt idx="424">
                  <c:v>0.463</c:v>
                </c:pt>
                <c:pt idx="425">
                  <c:v>0.169</c:v>
                </c:pt>
                <c:pt idx="426">
                  <c:v>0.258</c:v>
                </c:pt>
                <c:pt idx="427">
                  <c:v>0.149</c:v>
                </c:pt>
                <c:pt idx="428">
                  <c:v>0.189</c:v>
                </c:pt>
                <c:pt idx="429">
                  <c:v>0.345</c:v>
                </c:pt>
                <c:pt idx="430">
                  <c:v>0.485</c:v>
                </c:pt>
                <c:pt idx="431">
                  <c:v>0.129</c:v>
                </c:pt>
                <c:pt idx="432">
                  <c:v>0.143</c:v>
                </c:pt>
                <c:pt idx="433">
                  <c:v>0.119</c:v>
                </c:pt>
                <c:pt idx="434">
                  <c:v>0.729</c:v>
                </c:pt>
                <c:pt idx="435">
                  <c:v>0.308</c:v>
                </c:pt>
                <c:pt idx="436">
                  <c:v>0.15</c:v>
                </c:pt>
                <c:pt idx="437">
                  <c:v>0.297</c:v>
                </c:pt>
                <c:pt idx="438">
                  <c:v>0.116</c:v>
                </c:pt>
                <c:pt idx="439">
                  <c:v>0.123</c:v>
                </c:pt>
                <c:pt idx="440">
                  <c:v>0.318</c:v>
                </c:pt>
                <c:pt idx="441">
                  <c:v>0.786</c:v>
                </c:pt>
                <c:pt idx="442">
                  <c:v>0.201</c:v>
                </c:pt>
                <c:pt idx="443">
                  <c:v>0.191</c:v>
                </c:pt>
                <c:pt idx="444">
                  <c:v>0.274</c:v>
                </c:pt>
                <c:pt idx="445">
                  <c:v>0.15</c:v>
                </c:pt>
                <c:pt idx="446">
                  <c:v>0.402</c:v>
                </c:pt>
                <c:pt idx="447">
                  <c:v>0.489</c:v>
                </c:pt>
                <c:pt idx="448">
                  <c:v>0.295</c:v>
                </c:pt>
                <c:pt idx="449">
                  <c:v>0.714</c:v>
                </c:pt>
                <c:pt idx="450">
                  <c:v>0.432</c:v>
                </c:pt>
                <c:pt idx="451">
                  <c:v>0.382</c:v>
                </c:pt>
                <c:pt idx="452">
                  <c:v>0.766</c:v>
                </c:pt>
                <c:pt idx="453">
                  <c:v>0.189</c:v>
                </c:pt>
                <c:pt idx="454">
                  <c:v>0.632</c:v>
                </c:pt>
                <c:pt idx="455">
                  <c:v>0.792</c:v>
                </c:pt>
                <c:pt idx="456">
                  <c:v>0.12</c:v>
                </c:pt>
                <c:pt idx="457">
                  <c:v>0.54</c:v>
                </c:pt>
                <c:pt idx="458">
                  <c:v>0.256</c:v>
                </c:pt>
                <c:pt idx="459">
                  <c:v>0.307</c:v>
                </c:pt>
                <c:pt idx="460">
                  <c:v>0.186</c:v>
                </c:pt>
                <c:pt idx="461">
                  <c:v>0.203</c:v>
                </c:pt>
                <c:pt idx="462">
                  <c:v>0.107</c:v>
                </c:pt>
                <c:pt idx="463">
                  <c:v>0.516</c:v>
                </c:pt>
                <c:pt idx="464">
                  <c:v>0.105</c:v>
                </c:pt>
                <c:pt idx="465">
                  <c:v>0.17</c:v>
                </c:pt>
                <c:pt idx="466">
                  <c:v>0.319</c:v>
                </c:pt>
                <c:pt idx="467">
                  <c:v>0.75</c:v>
                </c:pt>
                <c:pt idx="468">
                  <c:v>0.547</c:v>
                </c:pt>
                <c:pt idx="469">
                  <c:v>0.478</c:v>
                </c:pt>
                <c:pt idx="470">
                  <c:v>0.152</c:v>
                </c:pt>
                <c:pt idx="471">
                  <c:v>0.755</c:v>
                </c:pt>
                <c:pt idx="472">
                  <c:v>0.106</c:v>
                </c:pt>
                <c:pt idx="473">
                  <c:v>0.359</c:v>
                </c:pt>
                <c:pt idx="474">
                  <c:v>0.331</c:v>
                </c:pt>
                <c:pt idx="475">
                  <c:v>0.385</c:v>
                </c:pt>
                <c:pt idx="476">
                  <c:v>0.431</c:v>
                </c:pt>
                <c:pt idx="477">
                  <c:v>0.284</c:v>
                </c:pt>
                <c:pt idx="478">
                  <c:v>0.46</c:v>
                </c:pt>
                <c:pt idx="479">
                  <c:v>0.491</c:v>
                </c:pt>
                <c:pt idx="480">
                  <c:v>0.184</c:v>
                </c:pt>
                <c:pt idx="481">
                  <c:v>0.35</c:v>
                </c:pt>
                <c:pt idx="482">
                  <c:v>0.767</c:v>
                </c:pt>
                <c:pt idx="483">
                  <c:v>0.402</c:v>
                </c:pt>
                <c:pt idx="484">
                  <c:v>0.164</c:v>
                </c:pt>
                <c:pt idx="485">
                  <c:v>0.634</c:v>
                </c:pt>
                <c:pt idx="486">
                  <c:v>0.614</c:v>
                </c:pt>
                <c:pt idx="487">
                  <c:v>0.475</c:v>
                </c:pt>
                <c:pt idx="488">
                  <c:v>0.254</c:v>
                </c:pt>
                <c:pt idx="489">
                  <c:v>0.683</c:v>
                </c:pt>
                <c:pt idx="490">
                  <c:v>0.143</c:v>
                </c:pt>
                <c:pt idx="491">
                  <c:v>0.721</c:v>
                </c:pt>
                <c:pt idx="492">
                  <c:v>0.157</c:v>
                </c:pt>
                <c:pt idx="493">
                  <c:v>0.668</c:v>
                </c:pt>
                <c:pt idx="494">
                  <c:v>0.264</c:v>
                </c:pt>
                <c:pt idx="495">
                  <c:v>0.574</c:v>
                </c:pt>
                <c:pt idx="496">
                  <c:v>0.241</c:v>
                </c:pt>
                <c:pt idx="497">
                  <c:v>0.241</c:v>
                </c:pt>
                <c:pt idx="498">
                  <c:v>0.259</c:v>
                </c:pt>
                <c:pt idx="499">
                  <c:v>0.172</c:v>
                </c:pt>
                <c:pt idx="500">
                  <c:v>0.198</c:v>
                </c:pt>
                <c:pt idx="501">
                  <c:v>0.296</c:v>
                </c:pt>
                <c:pt idx="502">
                  <c:v>0.666</c:v>
                </c:pt>
                <c:pt idx="503">
                  <c:v>0.624</c:v>
                </c:pt>
                <c:pt idx="504">
                  <c:v>0.455</c:v>
                </c:pt>
                <c:pt idx="505">
                  <c:v>0.118</c:v>
                </c:pt>
                <c:pt idx="506">
                  <c:v>0.305</c:v>
                </c:pt>
                <c:pt idx="507">
                  <c:v>0.443</c:v>
                </c:pt>
                <c:pt idx="508">
                  <c:v>0.144</c:v>
                </c:pt>
                <c:pt idx="509">
                  <c:v>0.145</c:v>
                </c:pt>
                <c:pt idx="510">
                  <c:v>0.151</c:v>
                </c:pt>
                <c:pt idx="511">
                  <c:v>0.102</c:v>
                </c:pt>
                <c:pt idx="512">
                  <c:v>0.302</c:v>
                </c:pt>
                <c:pt idx="513">
                  <c:v>0.137</c:v>
                </c:pt>
                <c:pt idx="514">
                  <c:v>0.677</c:v>
                </c:pt>
                <c:pt idx="515">
                  <c:v>0.669</c:v>
                </c:pt>
                <c:pt idx="516">
                  <c:v>0.54</c:v>
                </c:pt>
                <c:pt idx="517">
                  <c:v>0.27</c:v>
                </c:pt>
                <c:pt idx="518">
                  <c:v>0.648</c:v>
                </c:pt>
                <c:pt idx="519">
                  <c:v>0.169</c:v>
                </c:pt>
                <c:pt idx="520">
                  <c:v>0.346</c:v>
                </c:pt>
                <c:pt idx="521">
                  <c:v>0.169</c:v>
                </c:pt>
                <c:pt idx="522">
                  <c:v>0.124</c:v>
                </c:pt>
                <c:pt idx="523">
                  <c:v>0.247</c:v>
                </c:pt>
                <c:pt idx="524">
                  <c:v>0.311</c:v>
                </c:pt>
                <c:pt idx="525">
                  <c:v>0.223</c:v>
                </c:pt>
                <c:pt idx="526">
                  <c:v>0.291</c:v>
                </c:pt>
                <c:pt idx="527">
                  <c:v>0.103</c:v>
                </c:pt>
                <c:pt idx="528">
                  <c:v>0.632</c:v>
                </c:pt>
                <c:pt idx="529">
                  <c:v>0.539</c:v>
                </c:pt>
                <c:pt idx="530">
                  <c:v>0.258</c:v>
                </c:pt>
                <c:pt idx="531">
                  <c:v>0.503</c:v>
                </c:pt>
                <c:pt idx="532">
                  <c:v>0.167</c:v>
                </c:pt>
                <c:pt idx="533">
                  <c:v>0.188</c:v>
                </c:pt>
                <c:pt idx="534">
                  <c:v>0.135</c:v>
                </c:pt>
                <c:pt idx="535">
                  <c:v>0.131</c:v>
                </c:pt>
                <c:pt idx="536">
                  <c:v>0.114</c:v>
                </c:pt>
                <c:pt idx="537">
                  <c:v>0.247</c:v>
                </c:pt>
                <c:pt idx="538">
                  <c:v>0.636</c:v>
                </c:pt>
                <c:pt idx="539">
                  <c:v>0.108</c:v>
                </c:pt>
                <c:pt idx="540">
                  <c:v>0.486</c:v>
                </c:pt>
                <c:pt idx="541">
                  <c:v>0.128</c:v>
                </c:pt>
                <c:pt idx="542">
                  <c:v>0.427</c:v>
                </c:pt>
                <c:pt idx="543">
                  <c:v>0.147</c:v>
                </c:pt>
                <c:pt idx="544">
                  <c:v>0.547</c:v>
                </c:pt>
                <c:pt idx="545">
                  <c:v>0.256</c:v>
                </c:pt>
                <c:pt idx="546">
                  <c:v>0.577</c:v>
                </c:pt>
                <c:pt idx="547">
                  <c:v>0.742</c:v>
                </c:pt>
                <c:pt idx="548">
                  <c:v>0.742</c:v>
                </c:pt>
                <c:pt idx="549">
                  <c:v>0.469</c:v>
                </c:pt>
                <c:pt idx="550">
                  <c:v>0.427</c:v>
                </c:pt>
                <c:pt idx="551">
                  <c:v>0.208</c:v>
                </c:pt>
                <c:pt idx="552">
                  <c:v>0.316</c:v>
                </c:pt>
                <c:pt idx="553">
                  <c:v>0.335</c:v>
                </c:pt>
                <c:pt idx="554">
                  <c:v>0.701</c:v>
                </c:pt>
                <c:pt idx="555">
                  <c:v>0.103</c:v>
                </c:pt>
                <c:pt idx="556">
                  <c:v>0.539</c:v>
                </c:pt>
                <c:pt idx="557">
                  <c:v>0.535</c:v>
                </c:pt>
                <c:pt idx="558">
                  <c:v>0.203</c:v>
                </c:pt>
                <c:pt idx="559">
                  <c:v>0.551</c:v>
                </c:pt>
                <c:pt idx="560">
                  <c:v>0.28</c:v>
                </c:pt>
                <c:pt idx="561">
                  <c:v>0.143</c:v>
                </c:pt>
                <c:pt idx="562">
                  <c:v>0.257</c:v>
                </c:pt>
                <c:pt idx="563">
                  <c:v>0.591</c:v>
                </c:pt>
                <c:pt idx="564">
                  <c:v>0.793</c:v>
                </c:pt>
                <c:pt idx="565">
                  <c:v>0.141</c:v>
                </c:pt>
                <c:pt idx="566">
                  <c:v>0.101</c:v>
                </c:pt>
                <c:pt idx="567">
                  <c:v>0.24</c:v>
                </c:pt>
                <c:pt idx="568">
                  <c:v>0.417</c:v>
                </c:pt>
                <c:pt idx="569">
                  <c:v>0.479</c:v>
                </c:pt>
                <c:pt idx="570">
                  <c:v>0.673</c:v>
                </c:pt>
                <c:pt idx="571">
                  <c:v>0.104</c:v>
                </c:pt>
                <c:pt idx="572">
                  <c:v>0.423</c:v>
                </c:pt>
                <c:pt idx="573">
                  <c:v>0.27</c:v>
                </c:pt>
                <c:pt idx="574">
                  <c:v>0.126</c:v>
                </c:pt>
                <c:pt idx="575">
                  <c:v>0.106</c:v>
                </c:pt>
                <c:pt idx="576">
                  <c:v>0.343</c:v>
                </c:pt>
                <c:pt idx="577">
                  <c:v>0.323</c:v>
                </c:pt>
                <c:pt idx="578">
                  <c:v>0.316</c:v>
                </c:pt>
                <c:pt idx="579">
                  <c:v>0.104</c:v>
                </c:pt>
                <c:pt idx="580">
                  <c:v>0.487</c:v>
                </c:pt>
                <c:pt idx="581">
                  <c:v>0.213</c:v>
                </c:pt>
                <c:pt idx="582">
                  <c:v>0.681</c:v>
                </c:pt>
                <c:pt idx="583">
                  <c:v>0.146</c:v>
                </c:pt>
                <c:pt idx="584">
                  <c:v>0.258</c:v>
                </c:pt>
                <c:pt idx="585">
                  <c:v>0.177</c:v>
                </c:pt>
                <c:pt idx="586">
                  <c:v>0.254</c:v>
                </c:pt>
                <c:pt idx="587">
                  <c:v>0.196</c:v>
                </c:pt>
                <c:pt idx="588">
                  <c:v>0.135</c:v>
                </c:pt>
                <c:pt idx="589">
                  <c:v>0.278</c:v>
                </c:pt>
                <c:pt idx="590">
                  <c:v>0.553</c:v>
                </c:pt>
                <c:pt idx="591">
                  <c:v>0.144</c:v>
                </c:pt>
                <c:pt idx="592">
                  <c:v>0.187</c:v>
                </c:pt>
                <c:pt idx="593">
                  <c:v>0.286</c:v>
                </c:pt>
                <c:pt idx="594">
                  <c:v>0.161</c:v>
                </c:pt>
                <c:pt idx="595">
                  <c:v>0.185</c:v>
                </c:pt>
                <c:pt idx="596">
                  <c:v>0.212</c:v>
                </c:pt>
                <c:pt idx="597">
                  <c:v>0.529</c:v>
                </c:pt>
                <c:pt idx="598">
                  <c:v>0.153</c:v>
                </c:pt>
                <c:pt idx="599">
                  <c:v>0.402</c:v>
                </c:pt>
                <c:pt idx="600">
                  <c:v>0.788</c:v>
                </c:pt>
                <c:pt idx="601">
                  <c:v>0.143</c:v>
                </c:pt>
                <c:pt idx="602">
                  <c:v>0.529</c:v>
                </c:pt>
                <c:pt idx="603">
                  <c:v>0.505</c:v>
                </c:pt>
                <c:pt idx="604">
                  <c:v>0.171</c:v>
                </c:pt>
                <c:pt idx="605">
                  <c:v>0.315</c:v>
                </c:pt>
                <c:pt idx="606">
                  <c:v>0.392</c:v>
                </c:pt>
                <c:pt idx="607">
                  <c:v>0.244</c:v>
                </c:pt>
                <c:pt idx="608">
                  <c:v>0.749</c:v>
                </c:pt>
                <c:pt idx="609">
                  <c:v>0.578</c:v>
                </c:pt>
                <c:pt idx="610">
                  <c:v>0.444</c:v>
                </c:pt>
                <c:pt idx="611">
                  <c:v>0.702</c:v>
                </c:pt>
                <c:pt idx="612">
                  <c:v>0.13</c:v>
                </c:pt>
                <c:pt idx="613">
                  <c:v>0.124</c:v>
                </c:pt>
                <c:pt idx="614">
                  <c:v>0.122</c:v>
                </c:pt>
                <c:pt idx="615">
                  <c:v>0.151</c:v>
                </c:pt>
                <c:pt idx="616">
                  <c:v>0.259</c:v>
                </c:pt>
                <c:pt idx="617">
                  <c:v>0.146</c:v>
                </c:pt>
                <c:pt idx="618">
                  <c:v>0.203</c:v>
                </c:pt>
                <c:pt idx="619">
                  <c:v>0.101</c:v>
                </c:pt>
                <c:pt idx="620">
                  <c:v>0.192</c:v>
                </c:pt>
                <c:pt idx="621">
                  <c:v>0.209</c:v>
                </c:pt>
                <c:pt idx="622">
                  <c:v>0.164</c:v>
                </c:pt>
                <c:pt idx="623">
                  <c:v>0.623</c:v>
                </c:pt>
                <c:pt idx="624">
                  <c:v>0.12</c:v>
                </c:pt>
                <c:pt idx="625">
                  <c:v>0.189</c:v>
                </c:pt>
                <c:pt idx="626">
                  <c:v>0.246</c:v>
                </c:pt>
                <c:pt idx="627">
                  <c:v>0.14</c:v>
                </c:pt>
                <c:pt idx="628">
                  <c:v>0.134</c:v>
                </c:pt>
                <c:pt idx="629">
                  <c:v>0.399</c:v>
                </c:pt>
                <c:pt idx="630">
                  <c:v>0.567</c:v>
                </c:pt>
                <c:pt idx="631">
                  <c:v>0.114</c:v>
                </c:pt>
                <c:pt idx="632">
                  <c:v>0.563</c:v>
                </c:pt>
                <c:pt idx="633">
                  <c:v>0.76</c:v>
                </c:pt>
                <c:pt idx="634">
                  <c:v>0.176</c:v>
                </c:pt>
                <c:pt idx="635">
                  <c:v>0.359</c:v>
                </c:pt>
                <c:pt idx="636">
                  <c:v>0.175</c:v>
                </c:pt>
                <c:pt idx="637">
                  <c:v>0.788</c:v>
                </c:pt>
                <c:pt idx="638">
                  <c:v>0.229</c:v>
                </c:pt>
                <c:pt idx="639">
                  <c:v>0.112</c:v>
                </c:pt>
                <c:pt idx="640">
                  <c:v>0.167</c:v>
                </c:pt>
                <c:pt idx="641">
                  <c:v>0.765</c:v>
                </c:pt>
                <c:pt idx="642">
                  <c:v>0.317</c:v>
                </c:pt>
                <c:pt idx="643">
                  <c:v>0.493</c:v>
                </c:pt>
                <c:pt idx="644">
                  <c:v>0.157</c:v>
                </c:pt>
                <c:pt idx="645">
                  <c:v>0.213</c:v>
                </c:pt>
                <c:pt idx="646">
                  <c:v>0.399</c:v>
                </c:pt>
                <c:pt idx="647">
                  <c:v>0.349</c:v>
                </c:pt>
                <c:pt idx="648">
                  <c:v>0.109</c:v>
                </c:pt>
                <c:pt idx="649">
                  <c:v>0.778</c:v>
                </c:pt>
                <c:pt idx="650">
                  <c:v>0.551</c:v>
                </c:pt>
                <c:pt idx="651">
                  <c:v>0.173</c:v>
                </c:pt>
                <c:pt idx="652">
                  <c:v>0.227</c:v>
                </c:pt>
                <c:pt idx="653">
                  <c:v>0.519</c:v>
                </c:pt>
                <c:pt idx="654">
                  <c:v>0.325</c:v>
                </c:pt>
                <c:pt idx="655">
                  <c:v>0.728</c:v>
                </c:pt>
                <c:pt idx="656">
                  <c:v>0.362</c:v>
                </c:pt>
                <c:pt idx="657">
                  <c:v>0.126</c:v>
                </c:pt>
                <c:pt idx="658">
                  <c:v>0.643</c:v>
                </c:pt>
                <c:pt idx="659">
                  <c:v>0.738</c:v>
                </c:pt>
                <c:pt idx="660">
                  <c:v>0.107</c:v>
                </c:pt>
                <c:pt idx="661">
                  <c:v>0.221</c:v>
                </c:pt>
                <c:pt idx="662">
                  <c:v>0.307</c:v>
                </c:pt>
                <c:pt idx="663">
                  <c:v>0.563</c:v>
                </c:pt>
                <c:pt idx="664">
                  <c:v>0.117</c:v>
                </c:pt>
                <c:pt idx="665">
                  <c:v>0.123</c:v>
                </c:pt>
                <c:pt idx="666">
                  <c:v>0.126</c:v>
                </c:pt>
                <c:pt idx="667">
                  <c:v>0.786</c:v>
                </c:pt>
                <c:pt idx="668">
                  <c:v>0.459</c:v>
                </c:pt>
                <c:pt idx="669">
                  <c:v>0.225</c:v>
                </c:pt>
                <c:pt idx="670">
                  <c:v>0.743</c:v>
                </c:pt>
                <c:pt idx="671">
                  <c:v>0.454</c:v>
                </c:pt>
                <c:pt idx="672">
                  <c:v>0.667</c:v>
                </c:pt>
                <c:pt idx="673">
                  <c:v>0.108</c:v>
                </c:pt>
                <c:pt idx="674">
                  <c:v>0.139</c:v>
                </c:pt>
                <c:pt idx="675">
                  <c:v>0.126</c:v>
                </c:pt>
                <c:pt idx="676">
                  <c:v>0.333</c:v>
                </c:pt>
                <c:pt idx="677">
                  <c:v>0.325</c:v>
                </c:pt>
                <c:pt idx="678">
                  <c:v>0.367</c:v>
                </c:pt>
                <c:pt idx="679">
                  <c:v>0.772</c:v>
                </c:pt>
                <c:pt idx="680">
                  <c:v>0.457</c:v>
                </c:pt>
                <c:pt idx="681">
                  <c:v>0.563</c:v>
                </c:pt>
                <c:pt idx="682">
                  <c:v>0.236</c:v>
                </c:pt>
                <c:pt idx="683">
                  <c:v>0.133</c:v>
                </c:pt>
                <c:pt idx="684">
                  <c:v>0.463</c:v>
                </c:pt>
                <c:pt idx="685">
                  <c:v>0.146</c:v>
                </c:pt>
                <c:pt idx="686">
                  <c:v>0.174</c:v>
                </c:pt>
                <c:pt idx="687">
                  <c:v>0.668</c:v>
                </c:pt>
                <c:pt idx="688">
                  <c:v>0.128</c:v>
                </c:pt>
                <c:pt idx="689">
                  <c:v>0.431</c:v>
                </c:pt>
                <c:pt idx="690">
                  <c:v>0.375</c:v>
                </c:pt>
                <c:pt idx="691">
                  <c:v>0.517</c:v>
                </c:pt>
                <c:pt idx="692">
                  <c:v>0.255</c:v>
                </c:pt>
                <c:pt idx="693">
                  <c:v>0.65</c:v>
                </c:pt>
                <c:pt idx="694">
                  <c:v>0.157</c:v>
                </c:pt>
                <c:pt idx="695">
                  <c:v>0.623</c:v>
                </c:pt>
                <c:pt idx="696">
                  <c:v>0.518</c:v>
                </c:pt>
                <c:pt idx="697">
                  <c:v>0.464</c:v>
                </c:pt>
                <c:pt idx="698">
                  <c:v>0.159</c:v>
                </c:pt>
                <c:pt idx="699">
                  <c:v>0.174</c:v>
                </c:pt>
                <c:pt idx="700">
                  <c:v>0.104</c:v>
                </c:pt>
                <c:pt idx="701">
                  <c:v>0.279</c:v>
                </c:pt>
                <c:pt idx="702">
                  <c:v>0.388</c:v>
                </c:pt>
                <c:pt idx="703">
                  <c:v>0.546</c:v>
                </c:pt>
                <c:pt idx="704">
                  <c:v>0.191</c:v>
                </c:pt>
                <c:pt idx="705">
                  <c:v>0.15</c:v>
                </c:pt>
                <c:pt idx="706">
                  <c:v>0.715</c:v>
                </c:pt>
                <c:pt idx="707">
                  <c:v>0.408</c:v>
                </c:pt>
                <c:pt idx="708">
                  <c:v>0.143</c:v>
                </c:pt>
                <c:pt idx="709">
                  <c:v>0.175</c:v>
                </c:pt>
                <c:pt idx="710">
                  <c:v>0.304</c:v>
                </c:pt>
                <c:pt idx="711">
                  <c:v>0.746</c:v>
                </c:pt>
                <c:pt idx="712">
                  <c:v>0.753</c:v>
                </c:pt>
                <c:pt idx="713">
                  <c:v>0.516</c:v>
                </c:pt>
                <c:pt idx="714">
                  <c:v>0.427</c:v>
                </c:pt>
                <c:pt idx="715">
                  <c:v>0.118</c:v>
                </c:pt>
                <c:pt idx="716">
                  <c:v>0.274</c:v>
                </c:pt>
                <c:pt idx="717">
                  <c:v>0.207</c:v>
                </c:pt>
                <c:pt idx="718">
                  <c:v>0.218</c:v>
                </c:pt>
                <c:pt idx="719">
                  <c:v>0.407</c:v>
                </c:pt>
                <c:pt idx="720">
                  <c:v>0.233</c:v>
                </c:pt>
                <c:pt idx="721">
                  <c:v>0.244</c:v>
                </c:pt>
                <c:pt idx="722">
                  <c:v>0.129</c:v>
                </c:pt>
                <c:pt idx="723">
                  <c:v>0.56</c:v>
                </c:pt>
                <c:pt idx="724">
                  <c:v>0.606</c:v>
                </c:pt>
                <c:pt idx="725">
                  <c:v>0.201</c:v>
                </c:pt>
                <c:pt idx="726">
                  <c:v>0.319</c:v>
                </c:pt>
                <c:pt idx="727">
                  <c:v>0.489</c:v>
                </c:pt>
                <c:pt idx="728">
                  <c:v>0.325</c:v>
                </c:pt>
                <c:pt idx="729">
                  <c:v>0.21</c:v>
                </c:pt>
                <c:pt idx="730">
                  <c:v>0.128</c:v>
                </c:pt>
                <c:pt idx="731">
                  <c:v>0.108</c:v>
                </c:pt>
                <c:pt idx="732">
                  <c:v>0.182</c:v>
                </c:pt>
                <c:pt idx="733">
                  <c:v>0.356</c:v>
                </c:pt>
                <c:pt idx="734">
                  <c:v>0.175</c:v>
                </c:pt>
                <c:pt idx="735">
                  <c:v>0.404</c:v>
                </c:pt>
                <c:pt idx="736">
                  <c:v>0.43</c:v>
                </c:pt>
                <c:pt idx="737">
                  <c:v>0.634</c:v>
                </c:pt>
                <c:pt idx="738">
                  <c:v>0.438</c:v>
                </c:pt>
                <c:pt idx="739">
                  <c:v>0.331</c:v>
                </c:pt>
                <c:pt idx="740">
                  <c:v>0.254</c:v>
                </c:pt>
                <c:pt idx="741">
                  <c:v>0.329</c:v>
                </c:pt>
                <c:pt idx="742">
                  <c:v>0.222</c:v>
                </c:pt>
                <c:pt idx="743">
                  <c:v>0.144</c:v>
                </c:pt>
                <c:pt idx="744">
                  <c:v>0.139</c:v>
                </c:pt>
                <c:pt idx="745">
                  <c:v>0.363</c:v>
                </c:pt>
                <c:pt idx="746">
                  <c:v>0.323</c:v>
                </c:pt>
                <c:pt idx="747">
                  <c:v>0.295</c:v>
                </c:pt>
                <c:pt idx="748">
                  <c:v>0.211</c:v>
                </c:pt>
                <c:pt idx="749">
                  <c:v>0.144</c:v>
                </c:pt>
                <c:pt idx="750">
                  <c:v>0.216</c:v>
                </c:pt>
                <c:pt idx="751">
                  <c:v>0.116</c:v>
                </c:pt>
                <c:pt idx="752">
                  <c:v>0.515</c:v>
                </c:pt>
                <c:pt idx="753">
                  <c:v>0.261</c:v>
                </c:pt>
                <c:pt idx="754">
                  <c:v>0.617</c:v>
                </c:pt>
                <c:pt idx="755">
                  <c:v>0.502</c:v>
                </c:pt>
                <c:pt idx="756">
                  <c:v>0.465</c:v>
                </c:pt>
                <c:pt idx="757">
                  <c:v>0.113</c:v>
                </c:pt>
                <c:pt idx="758">
                  <c:v>0.116</c:v>
                </c:pt>
                <c:pt idx="759">
                  <c:v>0.503</c:v>
                </c:pt>
                <c:pt idx="760">
                  <c:v>0.763</c:v>
                </c:pt>
                <c:pt idx="761">
                  <c:v>0.139</c:v>
                </c:pt>
                <c:pt idx="762">
                  <c:v>0.117</c:v>
                </c:pt>
                <c:pt idx="763">
                  <c:v>0.476</c:v>
                </c:pt>
                <c:pt idx="764">
                  <c:v>0.667</c:v>
                </c:pt>
                <c:pt idx="765">
                  <c:v>0.284</c:v>
                </c:pt>
                <c:pt idx="766">
                  <c:v>0.184</c:v>
                </c:pt>
                <c:pt idx="767">
                  <c:v>0.241</c:v>
                </c:pt>
                <c:pt idx="768">
                  <c:v>0.247</c:v>
                </c:pt>
                <c:pt idx="769">
                  <c:v>0.443</c:v>
                </c:pt>
                <c:pt idx="770">
                  <c:v>0.758</c:v>
                </c:pt>
                <c:pt idx="771">
                  <c:v>0.183</c:v>
                </c:pt>
                <c:pt idx="772">
                  <c:v>0.355</c:v>
                </c:pt>
                <c:pt idx="773">
                  <c:v>0.23</c:v>
                </c:pt>
                <c:pt idx="774">
                  <c:v>0.109</c:v>
                </c:pt>
                <c:pt idx="775">
                  <c:v>0.303</c:v>
                </c:pt>
                <c:pt idx="776">
                  <c:v>0.107</c:v>
                </c:pt>
                <c:pt idx="777">
                  <c:v>0.186</c:v>
                </c:pt>
                <c:pt idx="778">
                  <c:v>0.284</c:v>
                </c:pt>
                <c:pt idx="779">
                  <c:v>0.219</c:v>
                </c:pt>
                <c:pt idx="780">
                  <c:v>0.159</c:v>
                </c:pt>
                <c:pt idx="781">
                  <c:v>0.296</c:v>
                </c:pt>
                <c:pt idx="782">
                  <c:v>0.622</c:v>
                </c:pt>
                <c:pt idx="783">
                  <c:v>0.209</c:v>
                </c:pt>
                <c:pt idx="784">
                  <c:v>0.316</c:v>
                </c:pt>
                <c:pt idx="785">
                  <c:v>0.24</c:v>
                </c:pt>
                <c:pt idx="786">
                  <c:v>0.109</c:v>
                </c:pt>
                <c:pt idx="787">
                  <c:v>0.793</c:v>
                </c:pt>
                <c:pt idx="788">
                  <c:v>0.178</c:v>
                </c:pt>
                <c:pt idx="789">
                  <c:v>0.171</c:v>
                </c:pt>
                <c:pt idx="790">
                  <c:v>0.146</c:v>
                </c:pt>
                <c:pt idx="791">
                  <c:v>0.346</c:v>
                </c:pt>
                <c:pt idx="792">
                  <c:v>0.143</c:v>
                </c:pt>
                <c:pt idx="793">
                  <c:v>0.245</c:v>
                </c:pt>
                <c:pt idx="794">
                  <c:v>0.537</c:v>
                </c:pt>
                <c:pt idx="795">
                  <c:v>0.118</c:v>
                </c:pt>
                <c:pt idx="796">
                  <c:v>0.387</c:v>
                </c:pt>
                <c:pt idx="797">
                  <c:v>0.293</c:v>
                </c:pt>
                <c:pt idx="798">
                  <c:v>0.599</c:v>
                </c:pt>
                <c:pt idx="799">
                  <c:v>0.367</c:v>
                </c:pt>
                <c:pt idx="800">
                  <c:v>0.468</c:v>
                </c:pt>
                <c:pt idx="801">
                  <c:v>0.213</c:v>
                </c:pt>
                <c:pt idx="802">
                  <c:v>0.17</c:v>
                </c:pt>
                <c:pt idx="803">
                  <c:v>0.504</c:v>
                </c:pt>
                <c:pt idx="804">
                  <c:v>0.111</c:v>
                </c:pt>
                <c:pt idx="805">
                  <c:v>0.212</c:v>
                </c:pt>
                <c:pt idx="806">
                  <c:v>0.296</c:v>
                </c:pt>
                <c:pt idx="807">
                  <c:v>0.185</c:v>
                </c:pt>
                <c:pt idx="808">
                  <c:v>0.106</c:v>
                </c:pt>
                <c:pt idx="809">
                  <c:v>0.108</c:v>
                </c:pt>
                <c:pt idx="810">
                  <c:v>0.135</c:v>
                </c:pt>
                <c:pt idx="811">
                  <c:v>0.11</c:v>
                </c:pt>
                <c:pt idx="812">
                  <c:v>0.393</c:v>
                </c:pt>
                <c:pt idx="813">
                  <c:v>0.109</c:v>
                </c:pt>
                <c:pt idx="814">
                  <c:v>0.488</c:v>
                </c:pt>
                <c:pt idx="815">
                  <c:v>0.116</c:v>
                </c:pt>
                <c:pt idx="816">
                  <c:v>0.175</c:v>
                </c:pt>
                <c:pt idx="817">
                  <c:v>0.175</c:v>
                </c:pt>
                <c:pt idx="818">
                  <c:v>0.749</c:v>
                </c:pt>
                <c:pt idx="819">
                  <c:v>0.268</c:v>
                </c:pt>
                <c:pt idx="820">
                  <c:v>0.776</c:v>
                </c:pt>
                <c:pt idx="821">
                  <c:v>0.503</c:v>
                </c:pt>
                <c:pt idx="822">
                  <c:v>0.214</c:v>
                </c:pt>
                <c:pt idx="823">
                  <c:v>0.182</c:v>
                </c:pt>
                <c:pt idx="824">
                  <c:v>0.101</c:v>
                </c:pt>
                <c:pt idx="825">
                  <c:v>0.392</c:v>
                </c:pt>
                <c:pt idx="826">
                  <c:v>0.178</c:v>
                </c:pt>
                <c:pt idx="827">
                  <c:v>0.117</c:v>
                </c:pt>
                <c:pt idx="828">
                  <c:v>0.75</c:v>
                </c:pt>
                <c:pt idx="829">
                  <c:v>0.157</c:v>
                </c:pt>
                <c:pt idx="830">
                  <c:v>0.592</c:v>
                </c:pt>
                <c:pt idx="831">
                  <c:v>0.201</c:v>
                </c:pt>
                <c:pt idx="832">
                  <c:v>0.233</c:v>
                </c:pt>
                <c:pt idx="833">
                  <c:v>0.774</c:v>
                </c:pt>
                <c:pt idx="834">
                  <c:v>0.205</c:v>
                </c:pt>
                <c:pt idx="835">
                  <c:v>0.701</c:v>
                </c:pt>
                <c:pt idx="836">
                  <c:v>0.143</c:v>
                </c:pt>
                <c:pt idx="837">
                  <c:v>0.536</c:v>
                </c:pt>
                <c:pt idx="838">
                  <c:v>0.784</c:v>
                </c:pt>
                <c:pt idx="839">
                  <c:v>0.134</c:v>
                </c:pt>
                <c:pt idx="840">
                  <c:v>0.469</c:v>
                </c:pt>
                <c:pt idx="841">
                  <c:v>0.402</c:v>
                </c:pt>
                <c:pt idx="842">
                  <c:v>0.395</c:v>
                </c:pt>
                <c:pt idx="843">
                  <c:v>0.359</c:v>
                </c:pt>
                <c:pt idx="844">
                  <c:v>0.124</c:v>
                </c:pt>
                <c:pt idx="845">
                  <c:v>0.604</c:v>
                </c:pt>
                <c:pt idx="846">
                  <c:v>0.123</c:v>
                </c:pt>
                <c:pt idx="847">
                  <c:v>0.198</c:v>
                </c:pt>
                <c:pt idx="848">
                  <c:v>0.536</c:v>
                </c:pt>
                <c:pt idx="849">
                  <c:v>0.271</c:v>
                </c:pt>
                <c:pt idx="850">
                  <c:v>0.364</c:v>
                </c:pt>
                <c:pt idx="851">
                  <c:v>0.36</c:v>
                </c:pt>
                <c:pt idx="852">
                  <c:v>0.523</c:v>
                </c:pt>
                <c:pt idx="853">
                  <c:v>0.711</c:v>
                </c:pt>
                <c:pt idx="854">
                  <c:v>0.327</c:v>
                </c:pt>
                <c:pt idx="855">
                  <c:v>0.306</c:v>
                </c:pt>
                <c:pt idx="856">
                  <c:v>0.147</c:v>
                </c:pt>
                <c:pt idx="857">
                  <c:v>0.381</c:v>
                </c:pt>
                <c:pt idx="858">
                  <c:v>0.132</c:v>
                </c:pt>
                <c:pt idx="859">
                  <c:v>0.394</c:v>
                </c:pt>
                <c:pt idx="860">
                  <c:v>0.115</c:v>
                </c:pt>
                <c:pt idx="861">
                  <c:v>0.409</c:v>
                </c:pt>
                <c:pt idx="862">
                  <c:v>0.625</c:v>
                </c:pt>
                <c:pt idx="863">
                  <c:v>0.457</c:v>
                </c:pt>
                <c:pt idx="864">
                  <c:v>0.45</c:v>
                </c:pt>
                <c:pt idx="865">
                  <c:v>0.176</c:v>
                </c:pt>
                <c:pt idx="866">
                  <c:v>0.185</c:v>
                </c:pt>
                <c:pt idx="867">
                  <c:v>0.183</c:v>
                </c:pt>
                <c:pt idx="868">
                  <c:v>0.594</c:v>
                </c:pt>
                <c:pt idx="869">
                  <c:v>0.251</c:v>
                </c:pt>
                <c:pt idx="870">
                  <c:v>0.617</c:v>
                </c:pt>
                <c:pt idx="871">
                  <c:v>0.547</c:v>
                </c:pt>
                <c:pt idx="872">
                  <c:v>0.563</c:v>
                </c:pt>
                <c:pt idx="873">
                  <c:v>0.234</c:v>
                </c:pt>
                <c:pt idx="874">
                  <c:v>0.332</c:v>
                </c:pt>
                <c:pt idx="875">
                  <c:v>0.105</c:v>
                </c:pt>
                <c:pt idx="876">
                  <c:v>0.114</c:v>
                </c:pt>
                <c:pt idx="877">
                  <c:v>0.61</c:v>
                </c:pt>
                <c:pt idx="878">
                  <c:v>0.144</c:v>
                </c:pt>
                <c:pt idx="879">
                  <c:v>0.187</c:v>
                </c:pt>
                <c:pt idx="880">
                  <c:v>0.196</c:v>
                </c:pt>
                <c:pt idx="881">
                  <c:v>0.555</c:v>
                </c:pt>
                <c:pt idx="882">
                  <c:v>0.58</c:v>
                </c:pt>
                <c:pt idx="883">
                  <c:v>0.235</c:v>
                </c:pt>
                <c:pt idx="884">
                  <c:v>0.305</c:v>
                </c:pt>
                <c:pt idx="885">
                  <c:v>0.154</c:v>
                </c:pt>
                <c:pt idx="886">
                  <c:v>0.13</c:v>
                </c:pt>
                <c:pt idx="887">
                  <c:v>0.434</c:v>
                </c:pt>
                <c:pt idx="888">
                  <c:v>0.117</c:v>
                </c:pt>
                <c:pt idx="889">
                  <c:v>0.144</c:v>
                </c:pt>
                <c:pt idx="890">
                  <c:v>0.702</c:v>
                </c:pt>
                <c:pt idx="891">
                  <c:v>0.452</c:v>
                </c:pt>
                <c:pt idx="892">
                  <c:v>0.216</c:v>
                </c:pt>
                <c:pt idx="893">
                  <c:v>0.179</c:v>
                </c:pt>
                <c:pt idx="894">
                  <c:v>0.718</c:v>
                </c:pt>
                <c:pt idx="895">
                  <c:v>0.161</c:v>
                </c:pt>
                <c:pt idx="896">
                  <c:v>0.22</c:v>
                </c:pt>
                <c:pt idx="897">
                  <c:v>0.164</c:v>
                </c:pt>
                <c:pt idx="898">
                  <c:v>0.526</c:v>
                </c:pt>
                <c:pt idx="899">
                  <c:v>0.569</c:v>
                </c:pt>
                <c:pt idx="900">
                  <c:v>0.168</c:v>
                </c:pt>
                <c:pt idx="901">
                  <c:v>0.227</c:v>
                </c:pt>
                <c:pt idx="902">
                  <c:v>0.423</c:v>
                </c:pt>
                <c:pt idx="903">
                  <c:v>0.355</c:v>
                </c:pt>
                <c:pt idx="904">
                  <c:v>0.109</c:v>
                </c:pt>
                <c:pt idx="905">
                  <c:v>0.134</c:v>
                </c:pt>
                <c:pt idx="906">
                  <c:v>0.291</c:v>
                </c:pt>
                <c:pt idx="907">
                  <c:v>0.268</c:v>
                </c:pt>
                <c:pt idx="908">
                  <c:v>0.129</c:v>
                </c:pt>
                <c:pt idx="909">
                  <c:v>0.217</c:v>
                </c:pt>
                <c:pt idx="910">
                  <c:v>0.476</c:v>
                </c:pt>
                <c:pt idx="911">
                  <c:v>0.25</c:v>
                </c:pt>
                <c:pt idx="912">
                  <c:v>0.586</c:v>
                </c:pt>
                <c:pt idx="913">
                  <c:v>0.107</c:v>
                </c:pt>
                <c:pt idx="914">
                  <c:v>0.435</c:v>
                </c:pt>
                <c:pt idx="915">
                  <c:v>0.195</c:v>
                </c:pt>
                <c:pt idx="916">
                  <c:v>0.24</c:v>
                </c:pt>
                <c:pt idx="917">
                  <c:v>0.156</c:v>
                </c:pt>
                <c:pt idx="918">
                  <c:v>0.11</c:v>
                </c:pt>
                <c:pt idx="919">
                  <c:v>0.364</c:v>
                </c:pt>
                <c:pt idx="920">
                  <c:v>0.213</c:v>
                </c:pt>
                <c:pt idx="921">
                  <c:v>0.422</c:v>
                </c:pt>
                <c:pt idx="922">
                  <c:v>0.103</c:v>
                </c:pt>
                <c:pt idx="923">
                  <c:v>0.484</c:v>
                </c:pt>
                <c:pt idx="924">
                  <c:v>0.266</c:v>
                </c:pt>
                <c:pt idx="925">
                  <c:v>0.11</c:v>
                </c:pt>
                <c:pt idx="926">
                  <c:v>0.43</c:v>
                </c:pt>
                <c:pt idx="927">
                  <c:v>0.439</c:v>
                </c:pt>
                <c:pt idx="928">
                  <c:v>0.393</c:v>
                </c:pt>
                <c:pt idx="929">
                  <c:v>0.44</c:v>
                </c:pt>
                <c:pt idx="930">
                  <c:v>0.261</c:v>
                </c:pt>
                <c:pt idx="931">
                  <c:v>0.212</c:v>
                </c:pt>
                <c:pt idx="932">
                  <c:v>0.282</c:v>
                </c:pt>
                <c:pt idx="933">
                  <c:v>0.115</c:v>
                </c:pt>
                <c:pt idx="934">
                  <c:v>0.108</c:v>
                </c:pt>
                <c:pt idx="935">
                  <c:v>0.18</c:v>
                </c:pt>
                <c:pt idx="936">
                  <c:v>0.314</c:v>
                </c:pt>
                <c:pt idx="937">
                  <c:v>0.196</c:v>
                </c:pt>
                <c:pt idx="938">
                  <c:v>0.168</c:v>
                </c:pt>
                <c:pt idx="939">
                  <c:v>0.134</c:v>
                </c:pt>
                <c:pt idx="940">
                  <c:v>0.592</c:v>
                </c:pt>
                <c:pt idx="941">
                  <c:v>0.114</c:v>
                </c:pt>
                <c:pt idx="942">
                  <c:v>0.768</c:v>
                </c:pt>
                <c:pt idx="943">
                  <c:v>0.178</c:v>
                </c:pt>
                <c:pt idx="944">
                  <c:v>0.121</c:v>
                </c:pt>
                <c:pt idx="945">
                  <c:v>0.421</c:v>
                </c:pt>
                <c:pt idx="946">
                  <c:v>0.424</c:v>
                </c:pt>
                <c:pt idx="947">
                  <c:v>0.586</c:v>
                </c:pt>
                <c:pt idx="948">
                  <c:v>0.102</c:v>
                </c:pt>
                <c:pt idx="949">
                  <c:v>0.134</c:v>
                </c:pt>
                <c:pt idx="950">
                  <c:v>0.219</c:v>
                </c:pt>
                <c:pt idx="951">
                  <c:v>0.136</c:v>
                </c:pt>
                <c:pt idx="952">
                  <c:v>0.587</c:v>
                </c:pt>
                <c:pt idx="953">
                  <c:v>0.228</c:v>
                </c:pt>
                <c:pt idx="954">
                  <c:v>0.208</c:v>
                </c:pt>
                <c:pt idx="955">
                  <c:v>0.152</c:v>
                </c:pt>
                <c:pt idx="956">
                  <c:v>0.439</c:v>
                </c:pt>
                <c:pt idx="957">
                  <c:v>0.424</c:v>
                </c:pt>
                <c:pt idx="958">
                  <c:v>0.717</c:v>
                </c:pt>
                <c:pt idx="959">
                  <c:v>0.232</c:v>
                </c:pt>
                <c:pt idx="960">
                  <c:v>0.41</c:v>
                </c:pt>
                <c:pt idx="961">
                  <c:v>0.489</c:v>
                </c:pt>
                <c:pt idx="962">
                  <c:v>0.463</c:v>
                </c:pt>
                <c:pt idx="963">
                  <c:v>0.407</c:v>
                </c:pt>
                <c:pt idx="964">
                  <c:v>0.72</c:v>
                </c:pt>
                <c:pt idx="965">
                  <c:v>0.166</c:v>
                </c:pt>
                <c:pt idx="966">
                  <c:v>0.328</c:v>
                </c:pt>
                <c:pt idx="967">
                  <c:v>0.111</c:v>
                </c:pt>
                <c:pt idx="968">
                  <c:v>0.104</c:v>
                </c:pt>
                <c:pt idx="969">
                  <c:v>0.241</c:v>
                </c:pt>
                <c:pt idx="970">
                  <c:v>0.459</c:v>
                </c:pt>
                <c:pt idx="971">
                  <c:v>0.189</c:v>
                </c:pt>
                <c:pt idx="972">
                  <c:v>0.12</c:v>
                </c:pt>
                <c:pt idx="973">
                  <c:v>0.353</c:v>
                </c:pt>
                <c:pt idx="974">
                  <c:v>0.338</c:v>
                </c:pt>
                <c:pt idx="975">
                  <c:v>0.741</c:v>
                </c:pt>
                <c:pt idx="976">
                  <c:v>0.594</c:v>
                </c:pt>
                <c:pt idx="977">
                  <c:v>0.161</c:v>
                </c:pt>
                <c:pt idx="978">
                  <c:v>0.309</c:v>
                </c:pt>
                <c:pt idx="979">
                  <c:v>0.759</c:v>
                </c:pt>
                <c:pt idx="980">
                  <c:v>0.237</c:v>
                </c:pt>
                <c:pt idx="981">
                  <c:v>0.151</c:v>
                </c:pt>
                <c:pt idx="982">
                  <c:v>0.225</c:v>
                </c:pt>
                <c:pt idx="983">
                  <c:v>0.521</c:v>
                </c:pt>
                <c:pt idx="984">
                  <c:v>0.34</c:v>
                </c:pt>
                <c:pt idx="985">
                  <c:v>0.112</c:v>
                </c:pt>
                <c:pt idx="986">
                  <c:v>0.251</c:v>
                </c:pt>
                <c:pt idx="987">
                  <c:v>0.212</c:v>
                </c:pt>
                <c:pt idx="988">
                  <c:v>0.405</c:v>
                </c:pt>
                <c:pt idx="989">
                  <c:v>0.172</c:v>
                </c:pt>
                <c:pt idx="990">
                  <c:v>0.583</c:v>
                </c:pt>
                <c:pt idx="991">
                  <c:v>0.478</c:v>
                </c:pt>
                <c:pt idx="992">
                  <c:v>0.11</c:v>
                </c:pt>
                <c:pt idx="993">
                  <c:v>0.193</c:v>
                </c:pt>
                <c:pt idx="994">
                  <c:v>0.278</c:v>
                </c:pt>
                <c:pt idx="995">
                  <c:v>0.175</c:v>
                </c:pt>
                <c:pt idx="996">
                  <c:v>0.188</c:v>
                </c:pt>
                <c:pt idx="997">
                  <c:v>0.701</c:v>
                </c:pt>
                <c:pt idx="998">
                  <c:v>0.247</c:v>
                </c:pt>
                <c:pt idx="999">
                  <c:v>0.105</c:v>
                </c:pt>
                <c:pt idx="1000">
                  <c:v>0.445</c:v>
                </c:pt>
                <c:pt idx="1001">
                  <c:v>0.107</c:v>
                </c:pt>
                <c:pt idx="1002">
                  <c:v>0.302</c:v>
                </c:pt>
                <c:pt idx="1003">
                  <c:v>0.102</c:v>
                </c:pt>
                <c:pt idx="1004">
                  <c:v>0.442</c:v>
                </c:pt>
                <c:pt idx="1005">
                  <c:v>0.218</c:v>
                </c:pt>
                <c:pt idx="1006">
                  <c:v>0.397</c:v>
                </c:pt>
                <c:pt idx="1007">
                  <c:v>0.392</c:v>
                </c:pt>
                <c:pt idx="1008">
                  <c:v>0.123</c:v>
                </c:pt>
                <c:pt idx="1009">
                  <c:v>0.218</c:v>
                </c:pt>
                <c:pt idx="1010">
                  <c:v>0.178</c:v>
                </c:pt>
                <c:pt idx="1011">
                  <c:v>0.31</c:v>
                </c:pt>
                <c:pt idx="1012">
                  <c:v>0.123</c:v>
                </c:pt>
                <c:pt idx="1013">
                  <c:v>0.11</c:v>
                </c:pt>
                <c:pt idx="1014">
                  <c:v>0.198</c:v>
                </c:pt>
                <c:pt idx="1015">
                  <c:v>0.78</c:v>
                </c:pt>
                <c:pt idx="1016">
                  <c:v>0.387</c:v>
                </c:pt>
                <c:pt idx="1017">
                  <c:v>0.194</c:v>
                </c:pt>
                <c:pt idx="1018">
                  <c:v>0.486</c:v>
                </c:pt>
                <c:pt idx="1019">
                  <c:v>0.569</c:v>
                </c:pt>
                <c:pt idx="1020">
                  <c:v>0.499</c:v>
                </c:pt>
                <c:pt idx="1021">
                  <c:v>0.325</c:v>
                </c:pt>
                <c:pt idx="1022">
                  <c:v>0.397</c:v>
                </c:pt>
                <c:pt idx="1023">
                  <c:v>0.156</c:v>
                </c:pt>
                <c:pt idx="1024">
                  <c:v>0.112</c:v>
                </c:pt>
                <c:pt idx="1025">
                  <c:v>0.209</c:v>
                </c:pt>
                <c:pt idx="1026">
                  <c:v>0.236</c:v>
                </c:pt>
                <c:pt idx="1027">
                  <c:v>0.203</c:v>
                </c:pt>
                <c:pt idx="1028">
                  <c:v>0.337</c:v>
                </c:pt>
                <c:pt idx="1029">
                  <c:v>0.184</c:v>
                </c:pt>
                <c:pt idx="1030">
                  <c:v>0.212</c:v>
                </c:pt>
                <c:pt idx="1031">
                  <c:v>0.122</c:v>
                </c:pt>
                <c:pt idx="1032">
                  <c:v>0.759</c:v>
                </c:pt>
                <c:pt idx="1033">
                  <c:v>0.108</c:v>
                </c:pt>
                <c:pt idx="1034">
                  <c:v>0.106</c:v>
                </c:pt>
                <c:pt idx="1035">
                  <c:v>0.161</c:v>
                </c:pt>
                <c:pt idx="1036">
                  <c:v>0.15</c:v>
                </c:pt>
                <c:pt idx="1037">
                  <c:v>0.139</c:v>
                </c:pt>
                <c:pt idx="1038">
                  <c:v>0.27</c:v>
                </c:pt>
                <c:pt idx="1039">
                  <c:v>0.5</c:v>
                </c:pt>
                <c:pt idx="1040">
                  <c:v>0.196</c:v>
                </c:pt>
                <c:pt idx="1041">
                  <c:v>0.731</c:v>
                </c:pt>
                <c:pt idx="1042">
                  <c:v>0.105</c:v>
                </c:pt>
                <c:pt idx="1043">
                  <c:v>0.121</c:v>
                </c:pt>
                <c:pt idx="1044">
                  <c:v>0.14</c:v>
                </c:pt>
                <c:pt idx="1045">
                  <c:v>0.153</c:v>
                </c:pt>
                <c:pt idx="1046">
                  <c:v>0.658</c:v>
                </c:pt>
                <c:pt idx="1047">
                  <c:v>0.464</c:v>
                </c:pt>
                <c:pt idx="1048">
                  <c:v>0.413</c:v>
                </c:pt>
                <c:pt idx="1049">
                  <c:v>0.45</c:v>
                </c:pt>
                <c:pt idx="1050">
                  <c:v>0.57</c:v>
                </c:pt>
                <c:pt idx="1051">
                  <c:v>0.247</c:v>
                </c:pt>
                <c:pt idx="1052">
                  <c:v>0.102</c:v>
                </c:pt>
                <c:pt idx="1053">
                  <c:v>0.252</c:v>
                </c:pt>
                <c:pt idx="1054">
                  <c:v>0.548</c:v>
                </c:pt>
                <c:pt idx="1055">
                  <c:v>0.417</c:v>
                </c:pt>
                <c:pt idx="1056">
                  <c:v>0.107</c:v>
                </c:pt>
                <c:pt idx="1057">
                  <c:v>0.455</c:v>
                </c:pt>
                <c:pt idx="1058">
                  <c:v>0.125</c:v>
                </c:pt>
                <c:pt idx="1059">
                  <c:v>0.259</c:v>
                </c:pt>
                <c:pt idx="1060">
                  <c:v>0.253</c:v>
                </c:pt>
                <c:pt idx="1061">
                  <c:v>0.173</c:v>
                </c:pt>
                <c:pt idx="1062">
                  <c:v>0.393</c:v>
                </c:pt>
                <c:pt idx="1063">
                  <c:v>0.466</c:v>
                </c:pt>
                <c:pt idx="1064">
                  <c:v>0.469</c:v>
                </c:pt>
                <c:pt idx="1065">
                  <c:v>0.768</c:v>
                </c:pt>
                <c:pt idx="1066">
                  <c:v>0.125</c:v>
                </c:pt>
                <c:pt idx="1067">
                  <c:v>0.21</c:v>
                </c:pt>
                <c:pt idx="1068">
                  <c:v>0.108</c:v>
                </c:pt>
                <c:pt idx="1069">
                  <c:v>0.464</c:v>
                </c:pt>
                <c:pt idx="1070">
                  <c:v>0.524</c:v>
                </c:pt>
                <c:pt idx="1071">
                  <c:v>0.312</c:v>
                </c:pt>
                <c:pt idx="1072">
                  <c:v>0.214</c:v>
                </c:pt>
                <c:pt idx="1073">
                  <c:v>0.103</c:v>
                </c:pt>
                <c:pt idx="1074">
                  <c:v>0.105</c:v>
                </c:pt>
                <c:pt idx="1075">
                  <c:v>0.194</c:v>
                </c:pt>
                <c:pt idx="1076">
                  <c:v>0.199</c:v>
                </c:pt>
                <c:pt idx="1077">
                  <c:v>0.524</c:v>
                </c:pt>
                <c:pt idx="1078">
                  <c:v>0.58</c:v>
                </c:pt>
                <c:pt idx="1079">
                  <c:v>0.442</c:v>
                </c:pt>
                <c:pt idx="1080">
                  <c:v>0.156</c:v>
                </c:pt>
                <c:pt idx="1081">
                  <c:v>0.157</c:v>
                </c:pt>
                <c:pt idx="1082">
                  <c:v>0.475</c:v>
                </c:pt>
                <c:pt idx="1083">
                  <c:v>0.483</c:v>
                </c:pt>
                <c:pt idx="1084">
                  <c:v>0.42</c:v>
                </c:pt>
                <c:pt idx="1085">
                  <c:v>0.534</c:v>
                </c:pt>
                <c:pt idx="1086">
                  <c:v>0.107</c:v>
                </c:pt>
                <c:pt idx="1087">
                  <c:v>0.241</c:v>
                </c:pt>
                <c:pt idx="1088">
                  <c:v>0.556</c:v>
                </c:pt>
                <c:pt idx="1089">
                  <c:v>0.453</c:v>
                </c:pt>
                <c:pt idx="1090">
                  <c:v>0.128</c:v>
                </c:pt>
                <c:pt idx="1091">
                  <c:v>0.173</c:v>
                </c:pt>
                <c:pt idx="1092">
                  <c:v>0.112</c:v>
                </c:pt>
                <c:pt idx="1093">
                  <c:v>0.106</c:v>
                </c:pt>
                <c:pt idx="1094">
                  <c:v>0.64</c:v>
                </c:pt>
                <c:pt idx="1095">
                  <c:v>0.734</c:v>
                </c:pt>
                <c:pt idx="1096">
                  <c:v>0.224</c:v>
                </c:pt>
                <c:pt idx="1097">
                  <c:v>0.538</c:v>
                </c:pt>
                <c:pt idx="1098">
                  <c:v>0.237</c:v>
                </c:pt>
                <c:pt idx="1099">
                  <c:v>0.171</c:v>
                </c:pt>
                <c:pt idx="1100">
                  <c:v>0.311</c:v>
                </c:pt>
                <c:pt idx="1101">
                  <c:v>0.111</c:v>
                </c:pt>
                <c:pt idx="1102">
                  <c:v>0.108</c:v>
                </c:pt>
                <c:pt idx="1103">
                  <c:v>0.507</c:v>
                </c:pt>
                <c:pt idx="1104">
                  <c:v>0.104</c:v>
                </c:pt>
                <c:pt idx="1105">
                  <c:v>0.162</c:v>
                </c:pt>
                <c:pt idx="1106">
                  <c:v>0.12</c:v>
                </c:pt>
                <c:pt idx="1107">
                  <c:v>0.152</c:v>
                </c:pt>
                <c:pt idx="1108">
                  <c:v>0.121</c:v>
                </c:pt>
                <c:pt idx="1109">
                  <c:v>0.285</c:v>
                </c:pt>
                <c:pt idx="1110">
                  <c:v>0.238</c:v>
                </c:pt>
                <c:pt idx="1111">
                  <c:v>0.414</c:v>
                </c:pt>
                <c:pt idx="1112">
                  <c:v>0.347</c:v>
                </c:pt>
                <c:pt idx="1113">
                  <c:v>0.471</c:v>
                </c:pt>
                <c:pt idx="1114">
                  <c:v>0.196</c:v>
                </c:pt>
                <c:pt idx="1115">
                  <c:v>0.129</c:v>
                </c:pt>
                <c:pt idx="1116">
                  <c:v>0.686</c:v>
                </c:pt>
              </c:numCache>
            </c:numRef>
          </c:xVal>
          <c:yVal>
            <c:numRef>
              <c:f>Sheet1!$B$2:$B$1118</c:f>
              <c:numCache>
                <c:formatCode>General</c:formatCode>
                <c:ptCount val="1117"/>
                <c:pt idx="0">
                  <c:v/>
                </c:pt>
                <c:pt idx="1">
                  <c:v>17065</c:v>
                </c:pt>
                <c:pt idx="2">
                  <c:v>34903</c:v>
                </c:pt>
                <c:pt idx="3">
                  <c:v>16962</c:v>
                </c:pt>
                <c:pt idx="4">
                  <c:v>16854</c:v>
                </c:pt>
                <c:pt idx="5">
                  <c:v>16672</c:v>
                </c:pt>
                <c:pt idx="6">
                  <c:v/>
                </c:pt>
                <c:pt idx="7">
                  <c:v>39951</c:v>
                </c:pt>
                <c:pt idx="8">
                  <c:v>48724</c:v>
                </c:pt>
                <c:pt idx="9">
                  <c:v>44048</c:v>
                </c:pt>
                <c:pt idx="10">
                  <c:v>16276</c:v>
                </c:pt>
                <c:pt idx="11">
                  <c:v>6279</c:v>
                </c:pt>
                <c:pt idx="12">
                  <c:v>31470</c:v>
                </c:pt>
                <c:pt idx="13">
                  <c:v>5388</c:v>
                </c:pt>
                <c:pt idx="14">
                  <c:v>52044</c:v>
                </c:pt>
                <c:pt idx="15">
                  <c:v>33740</c:v>
                </c:pt>
                <c:pt idx="16">
                  <c:v>9303</c:v>
                </c:pt>
                <c:pt idx="17">
                  <c:v>50977</c:v>
                </c:pt>
                <c:pt idx="18">
                  <c:v>39825</c:v>
                </c:pt>
                <c:pt idx="19">
                  <c:v>35945</c:v>
                </c:pt>
                <c:pt idx="20">
                  <c:v>7052</c:v>
                </c:pt>
                <c:pt idx="21">
                  <c:v>54521</c:v>
                </c:pt>
                <c:pt idx="22">
                  <c:v>10940</c:v>
                </c:pt>
                <c:pt idx="23">
                  <c:v>8365</c:v>
                </c:pt>
                <c:pt idx="24">
                  <c:v>14155</c:v>
                </c:pt>
                <c:pt idx="25">
                  <c:v>9263</c:v>
                </c:pt>
                <c:pt idx="26">
                  <c:v>6046</c:v>
                </c:pt>
                <c:pt idx="27">
                  <c:v>6039</c:v>
                </c:pt>
                <c:pt idx="28">
                  <c:v>16648</c:v>
                </c:pt>
                <c:pt idx="29">
                  <c:v>17785</c:v>
                </c:pt>
                <c:pt idx="30">
                  <c:v>5517</c:v>
                </c:pt>
                <c:pt idx="31">
                  <c:v>34592</c:v>
                </c:pt>
                <c:pt idx="32">
                  <c:v>8296</c:v>
                </c:pt>
                <c:pt idx="33">
                  <c:v>8999</c:v>
                </c:pt>
                <c:pt idx="34">
                  <c:v>31655</c:v>
                </c:pt>
                <c:pt idx="35">
                  <c:v>9118</c:v>
                </c:pt>
                <c:pt idx="36">
                  <c:v>19941</c:v>
                </c:pt>
                <c:pt idx="37">
                  <c:v>31856</c:v>
                </c:pt>
                <c:pt idx="38">
                  <c:v>38009</c:v>
                </c:pt>
                <c:pt idx="39">
                  <c:v>23855</c:v>
                </c:pt>
                <c:pt idx="40">
                  <c:v>16051</c:v>
                </c:pt>
                <c:pt idx="41">
                  <c:v>44888</c:v>
                </c:pt>
                <c:pt idx="42">
                  <c:v>57718</c:v>
                </c:pt>
                <c:pt idx="43">
                  <c:v/>
                </c:pt>
                <c:pt idx="44">
                  <c:v>16501</c:v>
                </c:pt>
                <c:pt idx="45">
                  <c:v>31017</c:v>
                </c:pt>
                <c:pt idx="46">
                  <c:v>22579</c:v>
                </c:pt>
                <c:pt idx="47">
                  <c:v>5374</c:v>
                </c:pt>
                <c:pt idx="48">
                  <c:v>32563</c:v>
                </c:pt>
                <c:pt idx="49">
                  <c:v>12405</c:v>
                </c:pt>
                <c:pt idx="50">
                  <c:v>28630</c:v>
                </c:pt>
                <c:pt idx="51">
                  <c:v/>
                </c:pt>
                <c:pt idx="52">
                  <c:v/>
                </c:pt>
                <c:pt idx="53">
                  <c:v>38702</c:v>
                </c:pt>
                <c:pt idx="54">
                  <c:v>6156</c:v>
                </c:pt>
                <c:pt idx="55">
                  <c:v>57142</c:v>
                </c:pt>
                <c:pt idx="56">
                  <c:v>28235</c:v>
                </c:pt>
                <c:pt idx="57">
                  <c:v/>
                </c:pt>
                <c:pt idx="58">
                  <c:v>37708</c:v>
                </c:pt>
                <c:pt idx="59">
                  <c:v>35077</c:v>
                </c:pt>
                <c:pt idx="60">
                  <c:v>40480</c:v>
                </c:pt>
                <c:pt idx="61">
                  <c:v>5431</c:v>
                </c:pt>
                <c:pt idx="62">
                  <c:v>9289</c:v>
                </c:pt>
                <c:pt idx="63">
                  <c:v>15344</c:v>
                </c:pt>
                <c:pt idx="64">
                  <c:v/>
                </c:pt>
                <c:pt idx="65">
                  <c:v>21403</c:v>
                </c:pt>
                <c:pt idx="66">
                  <c:v>17683</c:v>
                </c:pt>
                <c:pt idx="67">
                  <c:v/>
                </c:pt>
                <c:pt idx="68">
                  <c:v>6334</c:v>
                </c:pt>
                <c:pt idx="69">
                  <c:v>7670</c:v>
                </c:pt>
                <c:pt idx="70">
                  <c:v/>
                </c:pt>
                <c:pt idx="71">
                  <c:v>5461</c:v>
                </c:pt>
                <c:pt idx="72">
                  <c:v/>
                </c:pt>
                <c:pt idx="73">
                  <c:v/>
                </c:pt>
                <c:pt idx="74">
                  <c:v>56818</c:v>
                </c:pt>
                <c:pt idx="75">
                  <c:v>57038</c:v>
                </c:pt>
                <c:pt idx="76">
                  <c:v/>
                </c:pt>
                <c:pt idx="77">
                  <c:v>9570</c:v>
                </c:pt>
                <c:pt idx="78">
                  <c:v>11573</c:v>
                </c:pt>
                <c:pt idx="79">
                  <c:v>6983</c:v>
                </c:pt>
                <c:pt idx="80">
                  <c:v>18548</c:v>
                </c:pt>
                <c:pt idx="81">
                  <c:v>10452</c:v>
                </c:pt>
                <c:pt idx="82">
                  <c:v>19271</c:v>
                </c:pt>
                <c:pt idx="83">
                  <c:v>8009</c:v>
                </c:pt>
                <c:pt idx="84">
                  <c:v>17664</c:v>
                </c:pt>
                <c:pt idx="85">
                  <c:v>30433</c:v>
                </c:pt>
                <c:pt idx="86">
                  <c:v>8625</c:v>
                </c:pt>
                <c:pt idx="87">
                  <c:v>5925</c:v>
                </c:pt>
                <c:pt idx="88">
                  <c:v/>
                </c:pt>
                <c:pt idx="89">
                  <c:v>23884</c:v>
                </c:pt>
                <c:pt idx="90">
                  <c:v/>
                </c:pt>
                <c:pt idx="91">
                  <c:v>28588</c:v>
                </c:pt>
                <c:pt idx="92">
                  <c:v>6509</c:v>
                </c:pt>
                <c:pt idx="93">
                  <c:v>7115</c:v>
                </c:pt>
                <c:pt idx="94">
                  <c:v/>
                </c:pt>
                <c:pt idx="95">
                  <c:v>21446</c:v>
                </c:pt>
                <c:pt idx="96">
                  <c:v>37823</c:v>
                </c:pt>
                <c:pt idx="97">
                  <c:v>22468</c:v>
                </c:pt>
                <c:pt idx="98">
                  <c:v/>
                </c:pt>
                <c:pt idx="99">
                  <c:v>19571</c:v>
                </c:pt>
                <c:pt idx="100">
                  <c:v>12726</c:v>
                </c:pt>
                <c:pt idx="101">
                  <c:v/>
                </c:pt>
                <c:pt idx="102">
                  <c:v/>
                </c:pt>
                <c:pt idx="103">
                  <c:v>52252</c:v>
                </c:pt>
                <c:pt idx="104">
                  <c:v>37900</c:v>
                </c:pt>
                <c:pt idx="105">
                  <c:v>15324</c:v>
                </c:pt>
                <c:pt idx="106">
                  <c:v>20302</c:v>
                </c:pt>
                <c:pt idx="107">
                  <c:v>26876</c:v>
                </c:pt>
                <c:pt idx="108">
                  <c:v>38522</c:v>
                </c:pt>
                <c:pt idx="109">
                  <c:v>31505</c:v>
                </c:pt>
                <c:pt idx="110">
                  <c:v>18019</c:v>
                </c:pt>
                <c:pt idx="111">
                  <c:v>9328</c:v>
                </c:pt>
                <c:pt idx="112">
                  <c:v/>
                </c:pt>
                <c:pt idx="113">
                  <c:v>48929</c:v>
                </c:pt>
                <c:pt idx="114">
                  <c:v>6590</c:v>
                </c:pt>
                <c:pt idx="115">
                  <c:v>49298</c:v>
                </c:pt>
                <c:pt idx="116">
                  <c:v>15133</c:v>
                </c:pt>
                <c:pt idx="117">
                  <c:v>13867</c:v>
                </c:pt>
                <c:pt idx="118">
                  <c:v>39235</c:v>
                </c:pt>
                <c:pt idx="119">
                  <c:v>58894</c:v>
                </c:pt>
                <c:pt idx="120">
                  <c:v>30565</c:v>
                </c:pt>
                <c:pt idx="121">
                  <c:v>57917</c:v>
                </c:pt>
                <c:pt idx="122">
                  <c:v/>
                </c:pt>
                <c:pt idx="123">
                  <c:v>38150</c:v>
                </c:pt>
                <c:pt idx="124">
                  <c:v>41865</c:v>
                </c:pt>
                <c:pt idx="125">
                  <c:v>11372</c:v>
                </c:pt>
                <c:pt idx="126">
                  <c:v>15252</c:v>
                </c:pt>
                <c:pt idx="127">
                  <c:v>23910</c:v>
                </c:pt>
                <c:pt idx="128">
                  <c:v>48651</c:v>
                </c:pt>
                <c:pt idx="129">
                  <c:v>35124</c:v>
                </c:pt>
                <c:pt idx="130">
                  <c:v>5925</c:v>
                </c:pt>
                <c:pt idx="131">
                  <c:v>5762</c:v>
                </c:pt>
                <c:pt idx="132">
                  <c:v/>
                </c:pt>
                <c:pt idx="133">
                  <c:v>33943</c:v>
                </c:pt>
                <c:pt idx="134">
                  <c:v>9944</c:v>
                </c:pt>
                <c:pt idx="135">
                  <c:v>38430</c:v>
                </c:pt>
                <c:pt idx="136">
                  <c:v>6490</c:v>
                </c:pt>
                <c:pt idx="137">
                  <c:v>6370</c:v>
                </c:pt>
                <c:pt idx="138">
                  <c:v/>
                </c:pt>
                <c:pt idx="139">
                  <c:v>38485</c:v>
                </c:pt>
                <c:pt idx="140">
                  <c:v>13367</c:v>
                </c:pt>
                <c:pt idx="141">
                  <c:v>7615</c:v>
                </c:pt>
                <c:pt idx="142">
                  <c:v>11056</c:v>
                </c:pt>
                <c:pt idx="143">
                  <c:v>6389</c:v>
                </c:pt>
                <c:pt idx="144">
                  <c:v>31560</c:v>
                </c:pt>
                <c:pt idx="145">
                  <c:v>10509</c:v>
                </c:pt>
                <c:pt idx="146">
                  <c:v>12858</c:v>
                </c:pt>
                <c:pt idx="147">
                  <c:v/>
                </c:pt>
                <c:pt idx="148">
                  <c:v>48113</c:v>
                </c:pt>
                <c:pt idx="149">
                  <c:v>30840</c:v>
                </c:pt>
                <c:pt idx="150">
                  <c:v>32520</c:v>
                </c:pt>
                <c:pt idx="151">
                  <c:v>29028</c:v>
                </c:pt>
                <c:pt idx="152">
                  <c:v>7149</c:v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>49745</c:v>
                </c:pt>
                <c:pt idx="157">
                  <c:v>49781</c:v>
                </c:pt>
                <c:pt idx="158">
                  <c:v>18829</c:v>
                </c:pt>
                <c:pt idx="159">
                  <c:v>48863</c:v>
                </c:pt>
                <c:pt idx="160">
                  <c:v>7995</c:v>
                </c:pt>
                <c:pt idx="161">
                  <c:v>9799</c:v>
                </c:pt>
                <c:pt idx="162">
                  <c:v>42509</c:v>
                </c:pt>
                <c:pt idx="163">
                  <c:v>7119</c:v>
                </c:pt>
                <c:pt idx="164">
                  <c:v/>
                </c:pt>
                <c:pt idx="165">
                  <c:v>12687</c:v>
                </c:pt>
                <c:pt idx="166">
                  <c:v>22139</c:v>
                </c:pt>
                <c:pt idx="167">
                  <c:v>42593</c:v>
                </c:pt>
                <c:pt idx="168">
                  <c:v>8605</c:v>
                </c:pt>
                <c:pt idx="169">
                  <c:v>57361</c:v>
                </c:pt>
                <c:pt idx="170">
                  <c:v>20978</c:v>
                </c:pt>
                <c:pt idx="171">
                  <c:v>44316</c:v>
                </c:pt>
                <c:pt idx="172">
                  <c:v>15833</c:v>
                </c:pt>
                <c:pt idx="173">
                  <c:v/>
                </c:pt>
                <c:pt idx="174">
                  <c:v>34493</c:v>
                </c:pt>
                <c:pt idx="175">
                  <c:v>6791</c:v>
                </c:pt>
                <c:pt idx="176">
                  <c:v>53188</c:v>
                </c:pt>
                <c:pt idx="177">
                  <c:v>57853</c:v>
                </c:pt>
                <c:pt idx="178">
                  <c:v>5445</c:v>
                </c:pt>
                <c:pt idx="179">
                  <c:v>16318</c:v>
                </c:pt>
                <c:pt idx="180">
                  <c:v>36555</c:v>
                </c:pt>
                <c:pt idx="181">
                  <c:v>11853</c:v>
                </c:pt>
                <c:pt idx="182">
                  <c:v>41713</c:v>
                </c:pt>
                <c:pt idx="183">
                  <c:v>8033</c:v>
                </c:pt>
                <c:pt idx="184">
                  <c:v>56485</c:v>
                </c:pt>
                <c:pt idx="185">
                  <c:v>52419</c:v>
                </c:pt>
                <c:pt idx="186">
                  <c:v>32772</c:v>
                </c:pt>
                <c:pt idx="187">
                  <c:v>40360</c:v>
                </c:pt>
                <c:pt idx="188">
                  <c:v>13579</c:v>
                </c:pt>
                <c:pt idx="189">
                  <c:v>24024</c:v>
                </c:pt>
                <c:pt idx="190">
                  <c:v>30089</c:v>
                </c:pt>
                <c:pt idx="191">
                  <c:v>9324</c:v>
                </c:pt>
                <c:pt idx="192">
                  <c:v>5999</c:v>
                </c:pt>
                <c:pt idx="193">
                  <c:v>33608</c:v>
                </c:pt>
                <c:pt idx="194">
                  <c:v>22226</c:v>
                </c:pt>
                <c:pt idx="195">
                  <c:v>5024</c:v>
                </c:pt>
                <c:pt idx="196">
                  <c:v>14531</c:v>
                </c:pt>
                <c:pt idx="197">
                  <c:v>23463</c:v>
                </c:pt>
                <c:pt idx="198">
                  <c:v>16854</c:v>
                </c:pt>
                <c:pt idx="199">
                  <c:v>45473</c:v>
                </c:pt>
                <c:pt idx="200">
                  <c:v>20148</c:v>
                </c:pt>
                <c:pt idx="201">
                  <c:v>7174</c:v>
                </c:pt>
                <c:pt idx="202">
                  <c:v>22409</c:v>
                </c:pt>
                <c:pt idx="203">
                  <c:v>24814</c:v>
                </c:pt>
                <c:pt idx="204">
                  <c:v>21586</c:v>
                </c:pt>
                <c:pt idx="205">
                  <c:v/>
                </c:pt>
                <c:pt idx="206">
                  <c:v/>
                </c:pt>
                <c:pt idx="207">
                  <c:v>24913</c:v>
                </c:pt>
                <c:pt idx="208">
                  <c:v>6717</c:v>
                </c:pt>
                <c:pt idx="209">
                  <c:v>12215</c:v>
                </c:pt>
                <c:pt idx="210">
                  <c:v>42340</c:v>
                </c:pt>
                <c:pt idx="211">
                  <c:v/>
                </c:pt>
                <c:pt idx="212">
                  <c:v>6473</c:v>
                </c:pt>
                <c:pt idx="213">
                  <c:v>20063</c:v>
                </c:pt>
                <c:pt idx="214">
                  <c:v>15613</c:v>
                </c:pt>
                <c:pt idx="215">
                  <c:v>14338</c:v>
                </c:pt>
                <c:pt idx="216">
                  <c:v>13192</c:v>
                </c:pt>
                <c:pt idx="217">
                  <c:v/>
                </c:pt>
                <c:pt idx="218">
                  <c:v>11645</c:v>
                </c:pt>
                <c:pt idx="219">
                  <c:v/>
                </c:pt>
                <c:pt idx="220">
                  <c:v>50007</c:v>
                </c:pt>
                <c:pt idx="221">
                  <c:v>7873</c:v>
                </c:pt>
                <c:pt idx="222">
                  <c:v>37819</c:v>
                </c:pt>
                <c:pt idx="223">
                  <c:v/>
                </c:pt>
                <c:pt idx="224">
                  <c:v>6094</c:v>
                </c:pt>
                <c:pt idx="225">
                  <c:v>18551</c:v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>25508</c:v>
                </c:pt>
                <c:pt idx="230">
                  <c:v>21932</c:v>
                </c:pt>
                <c:pt idx="231">
                  <c:v>55744</c:v>
                </c:pt>
                <c:pt idx="232">
                  <c:v>43343</c:v>
                </c:pt>
                <c:pt idx="233">
                  <c:v>5294</c:v>
                </c:pt>
                <c:pt idx="234">
                  <c:v>9684</c:v>
                </c:pt>
                <c:pt idx="235">
                  <c:v>29676</c:v>
                </c:pt>
                <c:pt idx="236">
                  <c:v>47969</c:v>
                </c:pt>
                <c:pt idx="237">
                  <c:v/>
                </c:pt>
                <c:pt idx="238">
                  <c:v>32091</c:v>
                </c:pt>
                <c:pt idx="239">
                  <c:v>46660</c:v>
                </c:pt>
                <c:pt idx="240">
                  <c:v/>
                </c:pt>
                <c:pt idx="241">
                  <c:v>43806</c:v>
                </c:pt>
                <c:pt idx="242">
                  <c:v>6208</c:v>
                </c:pt>
                <c:pt idx="243">
                  <c:v/>
                </c:pt>
                <c:pt idx="244">
                  <c:v>27084</c:v>
                </c:pt>
                <c:pt idx="245">
                  <c:v>41683</c:v>
                </c:pt>
                <c:pt idx="246">
                  <c:v>41962</c:v>
                </c:pt>
                <c:pt idx="247">
                  <c:v>7702</c:v>
                </c:pt>
                <c:pt idx="248">
                  <c:v>5158</c:v>
                </c:pt>
                <c:pt idx="249">
                  <c:v/>
                </c:pt>
                <c:pt idx="250">
                  <c:v>23671</c:v>
                </c:pt>
                <c:pt idx="251">
                  <c:v>27833</c:v>
                </c:pt>
                <c:pt idx="252">
                  <c:v>52036</c:v>
                </c:pt>
                <c:pt idx="253">
                  <c:v>23997</c:v>
                </c:pt>
                <c:pt idx="254">
                  <c:v>39042</c:v>
                </c:pt>
                <c:pt idx="255">
                  <c:v>6858</c:v>
                </c:pt>
                <c:pt idx="256">
                  <c:v>30025</c:v>
                </c:pt>
                <c:pt idx="257">
                  <c:v>14959</c:v>
                </c:pt>
                <c:pt idx="258">
                  <c:v/>
                </c:pt>
                <c:pt idx="259">
                  <c:v>23204</c:v>
                </c:pt>
                <c:pt idx="260">
                  <c:v>30569</c:v>
                </c:pt>
                <c:pt idx="261">
                  <c:v>46347</c:v>
                </c:pt>
                <c:pt idx="262">
                  <c:v>10698</c:v>
                </c:pt>
                <c:pt idx="263">
                  <c:v>48415</c:v>
                </c:pt>
                <c:pt idx="264">
                  <c:v>8834</c:v>
                </c:pt>
                <c:pt idx="265">
                  <c:v>13083</c:v>
                </c:pt>
                <c:pt idx="266">
                  <c:v>8266</c:v>
                </c:pt>
                <c:pt idx="267">
                  <c:v>21766</c:v>
                </c:pt>
                <c:pt idx="268">
                  <c:v/>
                </c:pt>
                <c:pt idx="269">
                  <c:v>5730</c:v>
                </c:pt>
                <c:pt idx="270">
                  <c:v>49318</c:v>
                </c:pt>
                <c:pt idx="271">
                  <c:v>5765</c:v>
                </c:pt>
                <c:pt idx="272">
                  <c:v/>
                </c:pt>
                <c:pt idx="273">
                  <c:v>19908</c:v>
                </c:pt>
                <c:pt idx="274">
                  <c:v>17408</c:v>
                </c:pt>
                <c:pt idx="275">
                  <c:v/>
                </c:pt>
                <c:pt idx="276">
                  <c:v>35336</c:v>
                </c:pt>
                <c:pt idx="277">
                  <c:v>36913</c:v>
                </c:pt>
                <c:pt idx="278">
                  <c:v>49107</c:v>
                </c:pt>
                <c:pt idx="279">
                  <c:v>9019</c:v>
                </c:pt>
                <c:pt idx="280">
                  <c:v>43482</c:v>
                </c:pt>
                <c:pt idx="281">
                  <c:v>15380</c:v>
                </c:pt>
                <c:pt idx="282">
                  <c:v>28211</c:v>
                </c:pt>
                <c:pt idx="283">
                  <c:v>8680</c:v>
                </c:pt>
                <c:pt idx="284">
                  <c:v>54259</c:v>
                </c:pt>
                <c:pt idx="285">
                  <c:v/>
                </c:pt>
                <c:pt idx="286">
                  <c:v>12612</c:v>
                </c:pt>
                <c:pt idx="287">
                  <c:v>9358</c:v>
                </c:pt>
                <c:pt idx="288">
                  <c:v>55214</c:v>
                </c:pt>
                <c:pt idx="289">
                  <c:v>22764</c:v>
                </c:pt>
                <c:pt idx="290">
                  <c:v>51250</c:v>
                </c:pt>
                <c:pt idx="291">
                  <c:v>25301</c:v>
                </c:pt>
                <c:pt idx="292">
                  <c:v>9190</c:v>
                </c:pt>
                <c:pt idx="293">
                  <c:v/>
                </c:pt>
                <c:pt idx="294">
                  <c:v>10427</c:v>
                </c:pt>
                <c:pt idx="295">
                  <c:v>6238</c:v>
                </c:pt>
                <c:pt idx="296">
                  <c:v>35427</c:v>
                </c:pt>
                <c:pt idx="297">
                  <c:v>5639</c:v>
                </c:pt>
                <c:pt idx="298">
                  <c:v>13482</c:v>
                </c:pt>
                <c:pt idx="299">
                  <c:v/>
                </c:pt>
                <c:pt idx="300">
                  <c:v>27896</c:v>
                </c:pt>
                <c:pt idx="301">
                  <c:v>57363</c:v>
                </c:pt>
                <c:pt idx="302">
                  <c:v>47874</c:v>
                </c:pt>
                <c:pt idx="303">
                  <c:v>36367</c:v>
                </c:pt>
                <c:pt idx="304">
                  <c:v>33960</c:v>
                </c:pt>
                <c:pt idx="305">
                  <c:v>8912</c:v>
                </c:pt>
                <c:pt idx="306">
                  <c:v>27455</c:v>
                </c:pt>
                <c:pt idx="307">
                  <c:v>5814</c:v>
                </c:pt>
                <c:pt idx="308">
                  <c:v/>
                </c:pt>
                <c:pt idx="309">
                  <c:v>27924</c:v>
                </c:pt>
                <c:pt idx="310">
                  <c:v>8797</c:v>
                </c:pt>
                <c:pt idx="311">
                  <c:v>13134</c:v>
                </c:pt>
                <c:pt idx="312">
                  <c:v>8073</c:v>
                </c:pt>
                <c:pt idx="313">
                  <c:v>10087</c:v>
                </c:pt>
                <c:pt idx="314">
                  <c:v>5616</c:v>
                </c:pt>
                <c:pt idx="315">
                  <c:v/>
                </c:pt>
                <c:pt idx="316">
                  <c:v>5759</c:v>
                </c:pt>
                <c:pt idx="317">
                  <c:v>45354</c:v>
                </c:pt>
                <c:pt idx="318">
                  <c:v>5500</c:v>
                </c:pt>
                <c:pt idx="319">
                  <c:v>7911</c:v>
                </c:pt>
                <c:pt idx="320">
                  <c:v>39527</c:v>
                </c:pt>
                <c:pt idx="321">
                  <c:v>7665</c:v>
                </c:pt>
                <c:pt idx="322">
                  <c:v/>
                </c:pt>
                <c:pt idx="323">
                  <c:v>5581</c:v>
                </c:pt>
                <c:pt idx="324">
                  <c:v>42556</c:v>
                </c:pt>
                <c:pt idx="325">
                  <c:v/>
                </c:pt>
                <c:pt idx="326">
                  <c:v>40198</c:v>
                </c:pt>
                <c:pt idx="327">
                  <c:v>5938</c:v>
                </c:pt>
                <c:pt idx="328">
                  <c:v>5307</c:v>
                </c:pt>
                <c:pt idx="329">
                  <c:v>14447</c:v>
                </c:pt>
                <c:pt idx="330">
                  <c:v/>
                </c:pt>
                <c:pt idx="331">
                  <c:v>40091</c:v>
                </c:pt>
                <c:pt idx="332">
                  <c:v>5293</c:v>
                </c:pt>
                <c:pt idx="333">
                  <c:v>9427</c:v>
                </c:pt>
                <c:pt idx="334">
                  <c:v>11063</c:v>
                </c:pt>
                <c:pt idx="335">
                  <c:v>23641</c:v>
                </c:pt>
                <c:pt idx="336">
                  <c:v>16027</c:v>
                </c:pt>
                <c:pt idx="337">
                  <c:v>57888</c:v>
                </c:pt>
                <c:pt idx="338">
                  <c:v/>
                </c:pt>
                <c:pt idx="339">
                  <c:v>41882</c:v>
                </c:pt>
                <c:pt idx="340">
                  <c:v>35394</c:v>
                </c:pt>
                <c:pt idx="341">
                  <c:v>10087</c:v>
                </c:pt>
                <c:pt idx="342">
                  <c:v>17647</c:v>
                </c:pt>
                <c:pt idx="343">
                  <c:v>10366</c:v>
                </c:pt>
                <c:pt idx="344">
                  <c:v>41332</c:v>
                </c:pt>
                <c:pt idx="345">
                  <c:v>24918</c:v>
                </c:pt>
                <c:pt idx="346">
                  <c:v>8604</c:v>
                </c:pt>
                <c:pt idx="347">
                  <c:v>22851</c:v>
                </c:pt>
                <c:pt idx="348">
                  <c:v>15657</c:v>
                </c:pt>
                <c:pt idx="349">
                  <c:v>25407</c:v>
                </c:pt>
                <c:pt idx="350">
                  <c:v>12382</c:v>
                </c:pt>
                <c:pt idx="351">
                  <c:v>7745</c:v>
                </c:pt>
                <c:pt idx="352">
                  <c:v>11103</c:v>
                </c:pt>
                <c:pt idx="353">
                  <c:v>42344</c:v>
                </c:pt>
                <c:pt idx="354">
                  <c:v>28852</c:v>
                </c:pt>
                <c:pt idx="355">
                  <c:v>17873</c:v>
                </c:pt>
                <c:pt idx="356">
                  <c:v>25633</c:v>
                </c:pt>
                <c:pt idx="357">
                  <c:v>18894</c:v>
                </c:pt>
                <c:pt idx="358">
                  <c:v>56082</c:v>
                </c:pt>
                <c:pt idx="359">
                  <c:v>6630</c:v>
                </c:pt>
                <c:pt idx="360">
                  <c:v/>
                </c:pt>
                <c:pt idx="361">
                  <c:v>42146</c:v>
                </c:pt>
                <c:pt idx="362">
                  <c:v>18672</c:v>
                </c:pt>
                <c:pt idx="363">
                  <c:v>19992</c:v>
                </c:pt>
                <c:pt idx="364">
                  <c:v>5921</c:v>
                </c:pt>
                <c:pt idx="365">
                  <c:v>43233</c:v>
                </c:pt>
                <c:pt idx="366">
                  <c:v>12556</c:v>
                </c:pt>
                <c:pt idx="367">
                  <c:v>6494</c:v>
                </c:pt>
                <c:pt idx="368">
                  <c:v>5088</c:v>
                </c:pt>
                <c:pt idx="369">
                  <c:v>28403</c:v>
                </c:pt>
                <c:pt idx="370">
                  <c:v>31918</c:v>
                </c:pt>
                <c:pt idx="371">
                  <c:v>7581</c:v>
                </c:pt>
                <c:pt idx="372">
                  <c:v>5317</c:v>
                </c:pt>
                <c:pt idx="373">
                  <c:v>35481</c:v>
                </c:pt>
                <c:pt idx="374">
                  <c:v>7561</c:v>
                </c:pt>
                <c:pt idx="375">
                  <c:v>30105</c:v>
                </c:pt>
                <c:pt idx="376">
                  <c:v>5341</c:v>
                </c:pt>
                <c:pt idx="377">
                  <c:v>6868</c:v>
                </c:pt>
                <c:pt idx="378">
                  <c:v/>
                </c:pt>
                <c:pt idx="379">
                  <c:v>36001</c:v>
                </c:pt>
                <c:pt idx="380">
                  <c:v/>
                </c:pt>
                <c:pt idx="381">
                  <c:v>5193</c:v>
                </c:pt>
                <c:pt idx="382">
                  <c:v/>
                </c:pt>
                <c:pt idx="383">
                  <c:v>6574</c:v>
                </c:pt>
                <c:pt idx="384">
                  <c:v/>
                </c:pt>
                <c:pt idx="385">
                  <c:v>19012</c:v>
                </c:pt>
                <c:pt idx="386">
                  <c:v>34001</c:v>
                </c:pt>
                <c:pt idx="387">
                  <c:v>30889</c:v>
                </c:pt>
                <c:pt idx="388">
                  <c:v>33917</c:v>
                </c:pt>
                <c:pt idx="389">
                  <c:v>44580</c:v>
                </c:pt>
                <c:pt idx="390">
                  <c:v/>
                </c:pt>
                <c:pt idx="391">
                  <c:v>31858</c:v>
                </c:pt>
                <c:pt idx="392">
                  <c:v>35227</c:v>
                </c:pt>
                <c:pt idx="393">
                  <c:v>43856</c:v>
                </c:pt>
                <c:pt idx="394">
                  <c:v>16456</c:v>
                </c:pt>
                <c:pt idx="395">
                  <c:v>5133</c:v>
                </c:pt>
                <c:pt idx="396">
                  <c:v>53093</c:v>
                </c:pt>
                <c:pt idx="397">
                  <c:v>15668</c:v>
                </c:pt>
                <c:pt idx="398">
                  <c:v/>
                </c:pt>
                <c:pt idx="399">
                  <c:v>27009</c:v>
                </c:pt>
                <c:pt idx="400">
                  <c:v>8384</c:v>
                </c:pt>
                <c:pt idx="401">
                  <c:v>15618</c:v>
                </c:pt>
                <c:pt idx="402">
                  <c:v>11076</c:v>
                </c:pt>
                <c:pt idx="403">
                  <c:v>8494</c:v>
                </c:pt>
                <c:pt idx="404">
                  <c:v>6735</c:v>
                </c:pt>
                <c:pt idx="405">
                  <c:v>8842</c:v>
                </c:pt>
                <c:pt idx="406">
                  <c:v>24993</c:v>
                </c:pt>
                <c:pt idx="407">
                  <c:v>35752</c:v>
                </c:pt>
                <c:pt idx="408">
                  <c:v>8539</c:v>
                </c:pt>
                <c:pt idx="409">
                  <c:v>34843</c:v>
                </c:pt>
                <c:pt idx="410">
                  <c:v>57726</c:v>
                </c:pt>
                <c:pt idx="411">
                  <c:v>5955</c:v>
                </c:pt>
                <c:pt idx="412">
                  <c:v>5360</c:v>
                </c:pt>
                <c:pt idx="413">
                  <c:v>44514</c:v>
                </c:pt>
                <c:pt idx="414">
                  <c:v>26866</c:v>
                </c:pt>
                <c:pt idx="415">
                  <c:v>5854</c:v>
                </c:pt>
                <c:pt idx="416">
                  <c:v>9306</c:v>
                </c:pt>
                <c:pt idx="417">
                  <c:v/>
                </c:pt>
                <c:pt idx="418">
                  <c:v>19024</c:v>
                </c:pt>
                <c:pt idx="419">
                  <c:v>9067</c:v>
                </c:pt>
                <c:pt idx="420">
                  <c:v/>
                </c:pt>
                <c:pt idx="421">
                  <c:v>56668</c:v>
                </c:pt>
                <c:pt idx="422">
                  <c:v/>
                </c:pt>
                <c:pt idx="423">
                  <c:v>12895</c:v>
                </c:pt>
                <c:pt idx="424">
                  <c:v>12589</c:v>
                </c:pt>
                <c:pt idx="425">
                  <c:v>15811</c:v>
                </c:pt>
                <c:pt idx="426">
                  <c:v>11112</c:v>
                </c:pt>
                <c:pt idx="427">
                  <c:v/>
                </c:pt>
                <c:pt idx="428">
                  <c:v>55973</c:v>
                </c:pt>
                <c:pt idx="429">
                  <c:v>7696</c:v>
                </c:pt>
                <c:pt idx="430">
                  <c:v>8381</c:v>
                </c:pt>
                <c:pt idx="431">
                  <c:v>15732</c:v>
                </c:pt>
                <c:pt idx="432">
                  <c:v>32725</c:v>
                </c:pt>
                <c:pt idx="433">
                  <c:v>42890</c:v>
                </c:pt>
                <c:pt idx="434">
                  <c:v>14840</c:v>
                </c:pt>
                <c:pt idx="435">
                  <c:v>53748</c:v>
                </c:pt>
                <c:pt idx="436">
                  <c:v>5152</c:v>
                </c:pt>
                <c:pt idx="437">
                  <c:v>9993</c:v>
                </c:pt>
                <c:pt idx="438">
                  <c:v/>
                </c:pt>
                <c:pt idx="439">
                  <c:v>32863</c:v>
                </c:pt>
                <c:pt idx="440">
                  <c:v>23592</c:v>
                </c:pt>
                <c:pt idx="441">
                  <c:v>5215</c:v>
                </c:pt>
                <c:pt idx="442">
                  <c:v>30603</c:v>
                </c:pt>
                <c:pt idx="443">
                  <c:v>7435</c:v>
                </c:pt>
                <c:pt idx="444">
                  <c:v>5023</c:v>
                </c:pt>
                <c:pt idx="445">
                  <c:v>33595</c:v>
                </c:pt>
                <c:pt idx="446">
                  <c:v>10638</c:v>
                </c:pt>
                <c:pt idx="447">
                  <c:v>14761</c:v>
                </c:pt>
                <c:pt idx="448">
                  <c:v>59821</c:v>
                </c:pt>
                <c:pt idx="449">
                  <c:v>35267</c:v>
                </c:pt>
                <c:pt idx="450">
                  <c:v>15329</c:v>
                </c:pt>
                <c:pt idx="451">
                  <c:v>5117</c:v>
                </c:pt>
                <c:pt idx="452">
                  <c:v>59472</c:v>
                </c:pt>
                <c:pt idx="453">
                  <c:v/>
                </c:pt>
                <c:pt idx="454">
                  <c:v>12573</c:v>
                </c:pt>
                <c:pt idx="455">
                  <c:v>11481</c:v>
                </c:pt>
                <c:pt idx="456">
                  <c:v>15021</c:v>
                </c:pt>
                <c:pt idx="457">
                  <c:v>15473</c:v>
                </c:pt>
                <c:pt idx="458">
                  <c:v>9861</c:v>
                </c:pt>
                <c:pt idx="459">
                  <c:v>13661</c:v>
                </c:pt>
                <c:pt idx="460">
                  <c:v>19464</c:v>
                </c:pt>
                <c:pt idx="461">
                  <c:v>6843</c:v>
                </c:pt>
                <c:pt idx="462">
                  <c:v/>
                </c:pt>
                <c:pt idx="463">
                  <c:v>40415</c:v>
                </c:pt>
                <c:pt idx="464">
                  <c:v>45889</c:v>
                </c:pt>
                <c:pt idx="465">
                  <c:v/>
                </c:pt>
                <c:pt idx="466">
                  <c:v>10045</c:v>
                </c:pt>
                <c:pt idx="467">
                  <c:v>19007</c:v>
                </c:pt>
                <c:pt idx="468">
                  <c:v>5122</c:v>
                </c:pt>
                <c:pt idx="469">
                  <c:v>9397</c:v>
                </c:pt>
                <c:pt idx="470">
                  <c:v>6531</c:v>
                </c:pt>
                <c:pt idx="471">
                  <c:v>36134</c:v>
                </c:pt>
                <c:pt idx="472">
                  <c:v/>
                </c:pt>
                <c:pt idx="473">
                  <c:v>19459</c:v>
                </c:pt>
                <c:pt idx="474">
                  <c:v/>
                </c:pt>
                <c:pt idx="475">
                  <c:v>29600</c:v>
                </c:pt>
                <c:pt idx="476">
                  <c:v>31843</c:v>
                </c:pt>
                <c:pt idx="477">
                  <c:v>12054</c:v>
                </c:pt>
                <c:pt idx="478">
                  <c:v>7077</c:v>
                </c:pt>
                <c:pt idx="479">
                  <c:v>15659</c:v>
                </c:pt>
                <c:pt idx="480">
                  <c:v>15194</c:v>
                </c:pt>
                <c:pt idx="481">
                  <c:v>35079</c:v>
                </c:pt>
                <c:pt idx="482">
                  <c:v>13839</c:v>
                </c:pt>
                <c:pt idx="483">
                  <c:v>16564</c:v>
                </c:pt>
                <c:pt idx="484">
                  <c:v>32221</c:v>
                </c:pt>
                <c:pt idx="485">
                  <c:v>32376</c:v>
                </c:pt>
                <c:pt idx="486">
                  <c:v>8493</c:v>
                </c:pt>
                <c:pt idx="487">
                  <c:v>17766</c:v>
                </c:pt>
                <c:pt idx="488">
                  <c:v>13295</c:v>
                </c:pt>
                <c:pt idx="489">
                  <c:v>10871</c:v>
                </c:pt>
                <c:pt idx="490">
                  <c:v>5470</c:v>
                </c:pt>
                <c:pt idx="491">
                  <c:v>12333</c:v>
                </c:pt>
                <c:pt idx="492">
                  <c:v/>
                </c:pt>
                <c:pt idx="493">
                  <c:v>26337</c:v>
                </c:pt>
                <c:pt idx="494">
                  <c:v>23108</c:v>
                </c:pt>
                <c:pt idx="495">
                  <c:v>54556</c:v>
                </c:pt>
                <c:pt idx="496">
                  <c:v>52366</c:v>
                </c:pt>
                <c:pt idx="497">
                  <c:v>8102</c:v>
                </c:pt>
                <c:pt idx="498">
                  <c:v>8995</c:v>
                </c:pt>
                <c:pt idx="499">
                  <c:v/>
                </c:pt>
                <c:pt idx="500">
                  <c:v>7662</c:v>
                </c:pt>
                <c:pt idx="501">
                  <c:v>54766</c:v>
                </c:pt>
                <c:pt idx="502">
                  <c:v>20087</c:v>
                </c:pt>
                <c:pt idx="503">
                  <c:v>58416</c:v>
                </c:pt>
                <c:pt idx="504">
                  <c:v>12770</c:v>
                </c:pt>
                <c:pt idx="505">
                  <c:v>59400</c:v>
                </c:pt>
                <c:pt idx="506">
                  <c:v>53367</c:v>
                </c:pt>
                <c:pt idx="507">
                  <c:v>22620</c:v>
                </c:pt>
                <c:pt idx="508">
                  <c:v>29276</c:v>
                </c:pt>
                <c:pt idx="509">
                  <c:v>8004</c:v>
                </c:pt>
                <c:pt idx="510">
                  <c:v>7331</c:v>
                </c:pt>
                <c:pt idx="511">
                  <c:v>24750</c:v>
                </c:pt>
                <c:pt idx="512">
                  <c:v>20336</c:v>
                </c:pt>
                <c:pt idx="513">
                  <c:v>54269</c:v>
                </c:pt>
                <c:pt idx="514">
                  <c:v>40443</c:v>
                </c:pt>
                <c:pt idx="515">
                  <c:v>22623</c:v>
                </c:pt>
                <c:pt idx="516">
                  <c:v>41364</c:v>
                </c:pt>
                <c:pt idx="517">
                  <c:v>53436</c:v>
                </c:pt>
                <c:pt idx="518">
                  <c:v>46286</c:v>
                </c:pt>
                <c:pt idx="519">
                  <c:v>28180</c:v>
                </c:pt>
                <c:pt idx="520">
                  <c:v>6202</c:v>
                </c:pt>
                <c:pt idx="521">
                  <c:v>11922</c:v>
                </c:pt>
                <c:pt idx="522">
                  <c:v>18684</c:v>
                </c:pt>
                <c:pt idx="523">
                  <c:v/>
                </c:pt>
                <c:pt idx="524">
                  <c:v>46138</c:v>
                </c:pt>
                <c:pt idx="525">
                  <c:v>40091</c:v>
                </c:pt>
                <c:pt idx="526">
                  <c:v>8786</c:v>
                </c:pt>
                <c:pt idx="527">
                  <c:v/>
                </c:pt>
                <c:pt idx="528">
                  <c:v>5615</c:v>
                </c:pt>
                <c:pt idx="529">
                  <c:v>26635</c:v>
                </c:pt>
                <c:pt idx="530">
                  <c:v>13881</c:v>
                </c:pt>
                <c:pt idx="531">
                  <c:v>9994</c:v>
                </c:pt>
                <c:pt idx="532">
                  <c:v>56720</c:v>
                </c:pt>
                <c:pt idx="533">
                  <c:v/>
                </c:pt>
                <c:pt idx="534">
                  <c:v>10175</c:v>
                </c:pt>
                <c:pt idx="535">
                  <c:v>8208</c:v>
                </c:pt>
                <c:pt idx="536">
                  <c:v/>
                </c:pt>
                <c:pt idx="537">
                  <c:v>16447</c:v>
                </c:pt>
                <c:pt idx="538">
                  <c:v>43192</c:v>
                </c:pt>
                <c:pt idx="539">
                  <c:v/>
                </c:pt>
                <c:pt idx="540">
                  <c:v>8490</c:v>
                </c:pt>
                <c:pt idx="541">
                  <c:v>11972</c:v>
                </c:pt>
                <c:pt idx="542">
                  <c:v/>
                </c:pt>
                <c:pt idx="543">
                  <c:v>55496</c:v>
                </c:pt>
                <c:pt idx="544">
                  <c:v/>
                </c:pt>
                <c:pt idx="545">
                  <c:v>39540</c:v>
                </c:pt>
                <c:pt idx="546">
                  <c:v>22885</c:v>
                </c:pt>
                <c:pt idx="547">
                  <c:v>53312</c:v>
                </c:pt>
                <c:pt idx="548">
                  <c:v>5492</c:v>
                </c:pt>
                <c:pt idx="549">
                  <c:v>36724</c:v>
                </c:pt>
                <c:pt idx="550">
                  <c:v>36394</c:v>
                </c:pt>
                <c:pt idx="551">
                  <c:v>16199</c:v>
                </c:pt>
                <c:pt idx="552">
                  <c:v/>
                </c:pt>
                <c:pt idx="553">
                  <c:v>8834</c:v>
                </c:pt>
                <c:pt idx="554">
                  <c:v>8937</c:v>
                </c:pt>
                <c:pt idx="555">
                  <c:v/>
                </c:pt>
                <c:pt idx="556">
                  <c:v>29488</c:v>
                </c:pt>
                <c:pt idx="557">
                  <c:v>35243</c:v>
                </c:pt>
                <c:pt idx="558">
                  <c:v>30843</c:v>
                </c:pt>
                <c:pt idx="559">
                  <c:v>8692</c:v>
                </c:pt>
                <c:pt idx="560">
                  <c:v>32224</c:v>
                </c:pt>
                <c:pt idx="561">
                  <c:v>13310</c:v>
                </c:pt>
                <c:pt idx="562">
                  <c:v>40965</c:v>
                </c:pt>
                <c:pt idx="563">
                  <c:v>50092</c:v>
                </c:pt>
                <c:pt idx="564">
                  <c:v>14495</c:v>
                </c:pt>
                <c:pt idx="565">
                  <c:v>39136</c:v>
                </c:pt>
                <c:pt idx="566">
                  <c:v>7490</c:v>
                </c:pt>
                <c:pt idx="567">
                  <c:v>5361</c:v>
                </c:pt>
                <c:pt idx="568">
                  <c:v/>
                </c:pt>
                <c:pt idx="569">
                  <c:v>6066</c:v>
                </c:pt>
                <c:pt idx="570">
                  <c:v>24345</c:v>
                </c:pt>
                <c:pt idx="571">
                  <c:v>8938</c:v>
                </c:pt>
                <c:pt idx="572">
                  <c:v>7088</c:v>
                </c:pt>
                <c:pt idx="573">
                  <c:v>5323</c:v>
                </c:pt>
                <c:pt idx="574">
                  <c:v>15514</c:v>
                </c:pt>
                <c:pt idx="575">
                  <c:v>16119</c:v>
                </c:pt>
                <c:pt idx="576">
                  <c:v>20541</c:v>
                </c:pt>
                <c:pt idx="577">
                  <c:v>25975</c:v>
                </c:pt>
                <c:pt idx="578">
                  <c:v>15467</c:v>
                </c:pt>
                <c:pt idx="579">
                  <c:v>15936</c:v>
                </c:pt>
                <c:pt idx="580">
                  <c:v/>
                </c:pt>
                <c:pt idx="581">
                  <c:v>8770</c:v>
                </c:pt>
                <c:pt idx="582">
                  <c:v>15133</c:v>
                </c:pt>
                <c:pt idx="583">
                  <c:v>5548</c:v>
                </c:pt>
                <c:pt idx="584">
                  <c:v>7266</c:v>
                </c:pt>
                <c:pt idx="585">
                  <c:v>11902</c:v>
                </c:pt>
                <c:pt idx="586">
                  <c:v>21810</c:v>
                </c:pt>
                <c:pt idx="587">
                  <c:v>8273</c:v>
                </c:pt>
                <c:pt idx="588">
                  <c:v/>
                </c:pt>
                <c:pt idx="589">
                  <c:v>12482</c:v>
                </c:pt>
                <c:pt idx="590">
                  <c:v>33251</c:v>
                </c:pt>
                <c:pt idx="591">
                  <c:v>6075</c:v>
                </c:pt>
                <c:pt idx="592">
                  <c:v>5773</c:v>
                </c:pt>
                <c:pt idx="593">
                  <c:v>9455</c:v>
                </c:pt>
                <c:pt idx="594">
                  <c:v>7085</c:v>
                </c:pt>
                <c:pt idx="595">
                  <c:v>5713</c:v>
                </c:pt>
                <c:pt idx="596">
                  <c:v>15166</c:v>
                </c:pt>
                <c:pt idx="597">
                  <c:v>38595</c:v>
                </c:pt>
                <c:pt idx="598">
                  <c:v>5020</c:v>
                </c:pt>
                <c:pt idx="599">
                  <c:v/>
                </c:pt>
                <c:pt idx="600">
                  <c:v>57436</c:v>
                </c:pt>
                <c:pt idx="601">
                  <c:v>5418</c:v>
                </c:pt>
                <c:pt idx="602">
                  <c:v>22087</c:v>
                </c:pt>
                <c:pt idx="603">
                  <c:v>11056</c:v>
                </c:pt>
                <c:pt idx="604">
                  <c:v>5123</c:v>
                </c:pt>
                <c:pt idx="605">
                  <c:v>49154</c:v>
                </c:pt>
                <c:pt idx="606">
                  <c:v>8793</c:v>
                </c:pt>
                <c:pt idx="607">
                  <c:v/>
                </c:pt>
                <c:pt idx="608">
                  <c:v>10351</c:v>
                </c:pt>
                <c:pt idx="609">
                  <c:v>17714</c:v>
                </c:pt>
                <c:pt idx="610">
                  <c:v>5430</c:v>
                </c:pt>
                <c:pt idx="611">
                  <c:v>41585</c:v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>13153</c:v>
                </c:pt>
                <c:pt idx="616">
                  <c:v>45833</c:v>
                </c:pt>
                <c:pt idx="617">
                  <c:v/>
                </c:pt>
                <c:pt idx="618">
                  <c:v>8174</c:v>
                </c:pt>
                <c:pt idx="619">
                  <c:v/>
                </c:pt>
                <c:pt idx="620">
                  <c:v>42246</c:v>
                </c:pt>
                <c:pt idx="621">
                  <c:v>22861</c:v>
                </c:pt>
                <c:pt idx="622">
                  <c:v>40588</c:v>
                </c:pt>
                <c:pt idx="623">
                  <c:v>8208</c:v>
                </c:pt>
                <c:pt idx="624">
                  <c:v>55706</c:v>
                </c:pt>
                <c:pt idx="625">
                  <c:v>32184</c:v>
                </c:pt>
                <c:pt idx="626">
                  <c:v>12698</c:v>
                </c:pt>
                <c:pt idx="627">
                  <c:v>10957</c:v>
                </c:pt>
                <c:pt idx="628">
                  <c:v>5419</c:v>
                </c:pt>
                <c:pt idx="629">
                  <c:v>5449</c:v>
                </c:pt>
                <c:pt idx="630">
                  <c:v>56629</c:v>
                </c:pt>
                <c:pt idx="631">
                  <c:v/>
                </c:pt>
                <c:pt idx="632">
                  <c:v>14522</c:v>
                </c:pt>
                <c:pt idx="633">
                  <c:v>16964</c:v>
                </c:pt>
                <c:pt idx="634">
                  <c:v/>
                </c:pt>
                <c:pt idx="635">
                  <c:v>18767</c:v>
                </c:pt>
                <c:pt idx="636">
                  <c:v>16453</c:v>
                </c:pt>
                <c:pt idx="637">
                  <c:v>7001</c:v>
                </c:pt>
                <c:pt idx="638">
                  <c:v/>
                </c:pt>
                <c:pt idx="639">
                  <c:v>46537</c:v>
                </c:pt>
                <c:pt idx="640">
                  <c:v>49402</c:v>
                </c:pt>
                <c:pt idx="641">
                  <c:v>9585</c:v>
                </c:pt>
                <c:pt idx="642">
                  <c:v>46968</c:v>
                </c:pt>
                <c:pt idx="643">
                  <c:v>9963</c:v>
                </c:pt>
                <c:pt idx="644">
                  <c:v>19291</c:v>
                </c:pt>
                <c:pt idx="645">
                  <c:v>29944</c:v>
                </c:pt>
                <c:pt idx="646">
                  <c:v>52688</c:v>
                </c:pt>
                <c:pt idx="647">
                  <c:v>7748</c:v>
                </c:pt>
                <c:pt idx="648">
                  <c:v>39568</c:v>
                </c:pt>
                <c:pt idx="649">
                  <c:v>20638</c:v>
                </c:pt>
                <c:pt idx="650">
                  <c:v>11204</c:v>
                </c:pt>
                <c:pt idx="651">
                  <c:v>19061</c:v>
                </c:pt>
                <c:pt idx="652">
                  <c:v>5578</c:v>
                </c:pt>
                <c:pt idx="653">
                  <c:v>8408</c:v>
                </c:pt>
                <c:pt idx="654">
                  <c:v>19935</c:v>
                </c:pt>
                <c:pt idx="655">
                  <c:v>21318</c:v>
                </c:pt>
                <c:pt idx="656">
                  <c:v>8489</c:v>
                </c:pt>
                <c:pt idx="657">
                  <c:v/>
                </c:pt>
                <c:pt idx="658">
                  <c:v>28122</c:v>
                </c:pt>
                <c:pt idx="659">
                  <c:v>8078</c:v>
                </c:pt>
                <c:pt idx="660">
                  <c:v>37427</c:v>
                </c:pt>
                <c:pt idx="661">
                  <c:v>52986</c:v>
                </c:pt>
                <c:pt idx="662">
                  <c:v>22186</c:v>
                </c:pt>
                <c:pt idx="663">
                  <c:v/>
                </c:pt>
                <c:pt idx="664">
                  <c:v>47899</c:v>
                </c:pt>
                <c:pt idx="665">
                  <c:v>15864</c:v>
                </c:pt>
                <c:pt idx="666">
                  <c:v>9007</c:v>
                </c:pt>
                <c:pt idx="667">
                  <c:v>8809</c:v>
                </c:pt>
                <c:pt idx="668">
                  <c:v>29624</c:v>
                </c:pt>
                <c:pt idx="669">
                  <c:v>7068</c:v>
                </c:pt>
                <c:pt idx="670">
                  <c:v/>
                </c:pt>
                <c:pt idx="671">
                  <c:v>48032</c:v>
                </c:pt>
                <c:pt idx="672">
                  <c:v>5333</c:v>
                </c:pt>
                <c:pt idx="673">
                  <c:v>56428</c:v>
                </c:pt>
                <c:pt idx="674">
                  <c:v>14628</c:v>
                </c:pt>
                <c:pt idx="675">
                  <c:v>5397</c:v>
                </c:pt>
                <c:pt idx="676">
                  <c:v>34207</c:v>
                </c:pt>
                <c:pt idx="677">
                  <c:v>35528</c:v>
                </c:pt>
                <c:pt idx="678">
                  <c:v>10634</c:v>
                </c:pt>
                <c:pt idx="679">
                  <c:v>32322</c:v>
                </c:pt>
                <c:pt idx="680">
                  <c:v>18849</c:v>
                </c:pt>
                <c:pt idx="681">
                  <c:v>36276</c:v>
                </c:pt>
                <c:pt idx="682">
                  <c:v>13093</c:v>
                </c:pt>
                <c:pt idx="683">
                  <c:v/>
                </c:pt>
                <c:pt idx="684">
                  <c:v>16642</c:v>
                </c:pt>
                <c:pt idx="685">
                  <c:v/>
                </c:pt>
                <c:pt idx="686">
                  <c:v>12687</c:v>
                </c:pt>
                <c:pt idx="687">
                  <c:v>5691</c:v>
                </c:pt>
                <c:pt idx="688">
                  <c:v>6729</c:v>
                </c:pt>
                <c:pt idx="689">
                  <c:v>10701</c:v>
                </c:pt>
                <c:pt idx="690">
                  <c:v>8934</c:v>
                </c:pt>
                <c:pt idx="691">
                  <c:v>11023</c:v>
                </c:pt>
                <c:pt idx="692">
                  <c:v/>
                </c:pt>
                <c:pt idx="693">
                  <c:v>8781</c:v>
                </c:pt>
                <c:pt idx="694">
                  <c:v>18224</c:v>
                </c:pt>
                <c:pt idx="695">
                  <c:v>29245</c:v>
                </c:pt>
                <c:pt idx="696">
                  <c:v>12121</c:v>
                </c:pt>
                <c:pt idx="697">
                  <c:v>7226</c:v>
                </c:pt>
                <c:pt idx="698">
                  <c:v/>
                </c:pt>
                <c:pt idx="699">
                  <c:v>9050</c:v>
                </c:pt>
                <c:pt idx="700">
                  <c:v>5994</c:v>
                </c:pt>
                <c:pt idx="701">
                  <c:v>5714</c:v>
                </c:pt>
                <c:pt idx="702">
                  <c:v>50792</c:v>
                </c:pt>
                <c:pt idx="703">
                  <c:v>47502</c:v>
                </c:pt>
                <c:pt idx="704">
                  <c:v>58973</c:v>
                </c:pt>
                <c:pt idx="705">
                  <c:v>10592</c:v>
                </c:pt>
                <c:pt idx="706">
                  <c:v>23633</c:v>
                </c:pt>
                <c:pt idx="707">
                  <c:v>9811</c:v>
                </c:pt>
                <c:pt idx="708">
                  <c:v>5852</c:v>
                </c:pt>
                <c:pt idx="709">
                  <c:v/>
                </c:pt>
                <c:pt idx="710">
                  <c:v>5158</c:v>
                </c:pt>
                <c:pt idx="711">
                  <c:v>5355</c:v>
                </c:pt>
                <c:pt idx="712">
                  <c:v>9150</c:v>
                </c:pt>
                <c:pt idx="713">
                  <c:v>15570</c:v>
                </c:pt>
                <c:pt idx="714">
                  <c:v>42445</c:v>
                </c:pt>
                <c:pt idx="715">
                  <c:v>40332</c:v>
                </c:pt>
                <c:pt idx="716">
                  <c:v>24968</c:v>
                </c:pt>
                <c:pt idx="717">
                  <c:v>10914</c:v>
                </c:pt>
                <c:pt idx="718">
                  <c:v>35595</c:v>
                </c:pt>
                <c:pt idx="719">
                  <c:v>21777</c:v>
                </c:pt>
                <c:pt idx="720">
                  <c:v>16933</c:v>
                </c:pt>
                <c:pt idx="721">
                  <c:v>36877</c:v>
                </c:pt>
                <c:pt idx="722">
                  <c:v>20788</c:v>
                </c:pt>
                <c:pt idx="723">
                  <c:v>24000</c:v>
                </c:pt>
                <c:pt idx="724">
                  <c:v>52877</c:v>
                </c:pt>
                <c:pt idx="725">
                  <c:v>45304</c:v>
                </c:pt>
                <c:pt idx="726">
                  <c:v>11212</c:v>
                </c:pt>
                <c:pt idx="727">
                  <c:v>27574</c:v>
                </c:pt>
                <c:pt idx="728">
                  <c:v/>
                </c:pt>
                <c:pt idx="729">
                  <c:v>16315</c:v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>7588</c:v>
                </c:pt>
                <c:pt idx="735">
                  <c:v>31339</c:v>
                </c:pt>
                <c:pt idx="736">
                  <c:v>17821</c:v>
                </c:pt>
                <c:pt idx="737">
                  <c:v>8475</c:v>
                </c:pt>
                <c:pt idx="738">
                  <c:v>26641</c:v>
                </c:pt>
                <c:pt idx="739">
                  <c:v>18459</c:v>
                </c:pt>
                <c:pt idx="740">
                  <c:v>9851</c:v>
                </c:pt>
                <c:pt idx="741">
                  <c:v/>
                </c:pt>
                <c:pt idx="742">
                  <c:v>17712</c:v>
                </c:pt>
                <c:pt idx="743">
                  <c:v>8536</c:v>
                </c:pt>
                <c:pt idx="744">
                  <c:v/>
                </c:pt>
                <c:pt idx="745">
                  <c:v>9813</c:v>
                </c:pt>
                <c:pt idx="746">
                  <c:v>26351</c:v>
                </c:pt>
                <c:pt idx="747">
                  <c:v>5631</c:v>
                </c:pt>
                <c:pt idx="748">
                  <c:v>29567</c:v>
                </c:pt>
                <c:pt idx="749">
                  <c:v>16863</c:v>
                </c:pt>
                <c:pt idx="750">
                  <c:v>14362</c:v>
                </c:pt>
                <c:pt idx="751">
                  <c:v>9343</c:v>
                </c:pt>
                <c:pt idx="752">
                  <c:v>48077</c:v>
                </c:pt>
                <c:pt idx="753">
                  <c:v>28422</c:v>
                </c:pt>
                <c:pt idx="754">
                  <c:v>20579</c:v>
                </c:pt>
                <c:pt idx="755">
                  <c:v>21004</c:v>
                </c:pt>
                <c:pt idx="756">
                  <c:v>51743</c:v>
                </c:pt>
                <c:pt idx="757">
                  <c:v>9147</c:v>
                </c:pt>
                <c:pt idx="758">
                  <c:v>7808</c:v>
                </c:pt>
                <c:pt idx="759">
                  <c:v>29445</c:v>
                </c:pt>
                <c:pt idx="760">
                  <c:v>37362</c:v>
                </c:pt>
                <c:pt idx="761">
                  <c:v>29615</c:v>
                </c:pt>
                <c:pt idx="762">
                  <c:v>15456</c:v>
                </c:pt>
                <c:pt idx="763">
                  <c:v>50248</c:v>
                </c:pt>
                <c:pt idx="764">
                  <c:v>36255</c:v>
                </c:pt>
                <c:pt idx="765">
                  <c:v>28544</c:v>
                </c:pt>
                <c:pt idx="766">
                  <c:v>6305</c:v>
                </c:pt>
                <c:pt idx="767">
                  <c:v/>
                </c:pt>
                <c:pt idx="768">
                  <c:v>5264</c:v>
                </c:pt>
                <c:pt idx="769">
                  <c:v/>
                </c:pt>
                <c:pt idx="770">
                  <c:v>9531</c:v>
                </c:pt>
                <c:pt idx="771">
                  <c:v/>
                </c:pt>
                <c:pt idx="772">
                  <c:v>23468</c:v>
                </c:pt>
                <c:pt idx="773">
                  <c:v>18496</c:v>
                </c:pt>
                <c:pt idx="774">
                  <c:v/>
                </c:pt>
                <c:pt idx="775">
                  <c:v>9247</c:v>
                </c:pt>
                <c:pt idx="776">
                  <c:v>6011</c:v>
                </c:pt>
                <c:pt idx="777">
                  <c:v/>
                </c:pt>
                <c:pt idx="778">
                  <c:v>34046</c:v>
                </c:pt>
                <c:pt idx="779">
                  <c:v>16769</c:v>
                </c:pt>
                <c:pt idx="780">
                  <c:v>10891</c:v>
                </c:pt>
                <c:pt idx="781">
                  <c:v>11899</c:v>
                </c:pt>
                <c:pt idx="782">
                  <c:v>58189</c:v>
                </c:pt>
                <c:pt idx="783">
                  <c:v>19369</c:v>
                </c:pt>
                <c:pt idx="784">
                  <c:v>5163</c:v>
                </c:pt>
                <c:pt idx="785">
                  <c:v/>
                </c:pt>
                <c:pt idx="786">
                  <c:v/>
                </c:pt>
                <c:pt idx="787">
                  <c:v>37587</c:v>
                </c:pt>
                <c:pt idx="788">
                  <c:v/>
                </c:pt>
                <c:pt idx="789">
                  <c:v>7110</c:v>
                </c:pt>
                <c:pt idx="790">
                  <c:v>16088</c:v>
                </c:pt>
                <c:pt idx="791">
                  <c:v>14558</c:v>
                </c:pt>
                <c:pt idx="792">
                  <c:v/>
                </c:pt>
                <c:pt idx="793">
                  <c:v>9530</c:v>
                </c:pt>
                <c:pt idx="794">
                  <c:v>11069</c:v>
                </c:pt>
                <c:pt idx="795">
                  <c:v/>
                </c:pt>
                <c:pt idx="796">
                  <c:v>17796</c:v>
                </c:pt>
                <c:pt idx="797">
                  <c:v>42123</c:v>
                </c:pt>
                <c:pt idx="798">
                  <c:v>10986</c:v>
                </c:pt>
                <c:pt idx="799">
                  <c:v>38820</c:v>
                </c:pt>
                <c:pt idx="800">
                  <c:v>33537</c:v>
                </c:pt>
                <c:pt idx="801">
                  <c:v/>
                </c:pt>
                <c:pt idx="802">
                  <c:v>53398</c:v>
                </c:pt>
                <c:pt idx="803">
                  <c:v>20802</c:v>
                </c:pt>
                <c:pt idx="804">
                  <c:v>5111</c:v>
                </c:pt>
                <c:pt idx="805">
                  <c:v/>
                </c:pt>
                <c:pt idx="806">
                  <c:v>15860</c:v>
                </c:pt>
                <c:pt idx="807">
                  <c:v>10378</c:v>
                </c:pt>
                <c:pt idx="808">
                  <c:v>13781</c:v>
                </c:pt>
                <c:pt idx="809">
                  <c:v/>
                </c:pt>
                <c:pt idx="810">
                  <c:v>56954</c:v>
                </c:pt>
                <c:pt idx="811">
                  <c:v>11828</c:v>
                </c:pt>
                <c:pt idx="812">
                  <c:v>7092</c:v>
                </c:pt>
                <c:pt idx="813">
                  <c:v/>
                </c:pt>
                <c:pt idx="814">
                  <c:v>22201</c:v>
                </c:pt>
                <c:pt idx="815">
                  <c:v>23206</c:v>
                </c:pt>
                <c:pt idx="816">
                  <c:v>19432</c:v>
                </c:pt>
                <c:pt idx="817">
                  <c:v>10394</c:v>
                </c:pt>
                <c:pt idx="818">
                  <c:v>21098</c:v>
                </c:pt>
                <c:pt idx="819">
                  <c:v/>
                </c:pt>
                <c:pt idx="820">
                  <c:v>6516</c:v>
                </c:pt>
                <c:pt idx="821">
                  <c:v>5708</c:v>
                </c:pt>
                <c:pt idx="822">
                  <c:v>10501</c:v>
                </c:pt>
                <c:pt idx="823">
                  <c:v>29917</c:v>
                </c:pt>
                <c:pt idx="824">
                  <c:v>6572</c:v>
                </c:pt>
                <c:pt idx="825">
                  <c:v/>
                </c:pt>
                <c:pt idx="826">
                  <c:v>13332</c:v>
                </c:pt>
                <c:pt idx="827">
                  <c:v>48881</c:v>
                </c:pt>
                <c:pt idx="828">
                  <c:v>53144</c:v>
                </c:pt>
                <c:pt idx="829">
                  <c:v>47621</c:v>
                </c:pt>
                <c:pt idx="830">
                  <c:v/>
                </c:pt>
                <c:pt idx="831">
                  <c:v>38701</c:v>
                </c:pt>
                <c:pt idx="832">
                  <c:v>5122</c:v>
                </c:pt>
                <c:pt idx="833">
                  <c:v>11533</c:v>
                </c:pt>
                <c:pt idx="834">
                  <c:v>8796</c:v>
                </c:pt>
                <c:pt idx="835">
                  <c:v>24386</c:v>
                </c:pt>
                <c:pt idx="836">
                  <c:v/>
                </c:pt>
                <c:pt idx="837">
                  <c:v>26360</c:v>
                </c:pt>
                <c:pt idx="838">
                  <c:v>13316</c:v>
                </c:pt>
                <c:pt idx="839">
                  <c:v>13588</c:v>
                </c:pt>
                <c:pt idx="840">
                  <c:v>26430</c:v>
                </c:pt>
                <c:pt idx="841">
                  <c:v>12502</c:v>
                </c:pt>
                <c:pt idx="842">
                  <c:v>15890</c:v>
                </c:pt>
                <c:pt idx="843">
                  <c:v>8457</c:v>
                </c:pt>
                <c:pt idx="844">
                  <c:v/>
                </c:pt>
                <c:pt idx="845">
                  <c:v>31019</c:v>
                </c:pt>
                <c:pt idx="846">
                  <c:v>7440</c:v>
                </c:pt>
                <c:pt idx="847">
                  <c:v>26517</c:v>
                </c:pt>
                <c:pt idx="848">
                  <c:v>6690</c:v>
                </c:pt>
                <c:pt idx="849">
                  <c:v>9871</c:v>
                </c:pt>
                <c:pt idx="850">
                  <c:v>24224</c:v>
                </c:pt>
                <c:pt idx="851">
                  <c:v>11848</c:v>
                </c:pt>
                <c:pt idx="852">
                  <c:v>6338</c:v>
                </c:pt>
                <c:pt idx="853">
                  <c:v>29034</c:v>
                </c:pt>
                <c:pt idx="854">
                  <c:v/>
                </c:pt>
                <c:pt idx="855">
                  <c:v>30504</c:v>
                </c:pt>
                <c:pt idx="856">
                  <c:v>17907</c:v>
                </c:pt>
                <c:pt idx="857">
                  <c:v/>
                </c:pt>
                <c:pt idx="858">
                  <c:v>11616</c:v>
                </c:pt>
                <c:pt idx="859">
                  <c:v>55035</c:v>
                </c:pt>
                <c:pt idx="860">
                  <c:v/>
                </c:pt>
                <c:pt idx="861">
                  <c:v/>
                </c:pt>
                <c:pt idx="862">
                  <c:v>7485</c:v>
                </c:pt>
                <c:pt idx="863">
                  <c:v>23261</c:v>
                </c:pt>
                <c:pt idx="864">
                  <c:v/>
                </c:pt>
                <c:pt idx="865">
                  <c:v>5266</c:v>
                </c:pt>
                <c:pt idx="866">
                  <c:v/>
                </c:pt>
                <c:pt idx="867">
                  <c:v>13013</c:v>
                </c:pt>
                <c:pt idx="868">
                  <c:v/>
                </c:pt>
                <c:pt idx="869">
                  <c:v>42692</c:v>
                </c:pt>
                <c:pt idx="870">
                  <c:v>24528</c:v>
                </c:pt>
                <c:pt idx="871">
                  <c:v>8168</c:v>
                </c:pt>
                <c:pt idx="872">
                  <c:v>19046</c:v>
                </c:pt>
                <c:pt idx="873">
                  <c:v>21409</c:v>
                </c:pt>
                <c:pt idx="874">
                  <c:v>30644</c:v>
                </c:pt>
                <c:pt idx="875">
                  <c:v>18212</c:v>
                </c:pt>
                <c:pt idx="876">
                  <c:v>20432</c:v>
                </c:pt>
                <c:pt idx="877">
                  <c:v>5532</c:v>
                </c:pt>
                <c:pt idx="878">
                  <c:v>16569</c:v>
                </c:pt>
                <c:pt idx="879">
                  <c:v>8509</c:v>
                </c:pt>
                <c:pt idx="880">
                  <c:v>38683</c:v>
                </c:pt>
                <c:pt idx="881">
                  <c:v>15768</c:v>
                </c:pt>
                <c:pt idx="882">
                  <c:v/>
                </c:pt>
                <c:pt idx="883">
                  <c:v>14139</c:v>
                </c:pt>
                <c:pt idx="884">
                  <c:v/>
                </c:pt>
                <c:pt idx="885">
                  <c:v>11178</c:v>
                </c:pt>
                <c:pt idx="886">
                  <c:v/>
                </c:pt>
                <c:pt idx="887">
                  <c:v>39659</c:v>
                </c:pt>
                <c:pt idx="888">
                  <c:v>6573</c:v>
                </c:pt>
                <c:pt idx="889">
                  <c:v>10797</c:v>
                </c:pt>
                <c:pt idx="890">
                  <c:v>20649</c:v>
                </c:pt>
                <c:pt idx="891">
                  <c:v>9127</c:v>
                </c:pt>
                <c:pt idx="892">
                  <c:v>5273</c:v>
                </c:pt>
                <c:pt idx="893">
                  <c:v>49028</c:v>
                </c:pt>
                <c:pt idx="894">
                  <c:v>10459</c:v>
                </c:pt>
                <c:pt idx="895">
                  <c:v>10079</c:v>
                </c:pt>
                <c:pt idx="896">
                  <c:v>49641</c:v>
                </c:pt>
                <c:pt idx="897">
                  <c:v>13954</c:v>
                </c:pt>
                <c:pt idx="898">
                  <c:v>7759</c:v>
                </c:pt>
                <c:pt idx="899">
                  <c:v>8417</c:v>
                </c:pt>
                <c:pt idx="900">
                  <c:v>7981</c:v>
                </c:pt>
                <c:pt idx="901">
                  <c:v/>
                </c:pt>
                <c:pt idx="902">
                  <c:v>21638</c:v>
                </c:pt>
                <c:pt idx="903">
                  <c:v>30167</c:v>
                </c:pt>
                <c:pt idx="904">
                  <c:v>17273</c:v>
                </c:pt>
                <c:pt idx="905">
                  <c:v>35584</c:v>
                </c:pt>
                <c:pt idx="906">
                  <c:v>53710</c:v>
                </c:pt>
                <c:pt idx="907">
                  <c:v>22710</c:v>
                </c:pt>
                <c:pt idx="908">
                  <c:v>5145</c:v>
                </c:pt>
                <c:pt idx="909">
                  <c:v>23725</c:v>
                </c:pt>
                <c:pt idx="910">
                  <c:v>28235</c:v>
                </c:pt>
                <c:pt idx="911">
                  <c:v>5754</c:v>
                </c:pt>
                <c:pt idx="912">
                  <c:v>56026</c:v>
                </c:pt>
                <c:pt idx="913">
                  <c:v>15146</c:v>
                </c:pt>
                <c:pt idx="914">
                  <c:v>9500</c:v>
                </c:pt>
                <c:pt idx="915">
                  <c:v>54178</c:v>
                </c:pt>
                <c:pt idx="916">
                  <c:v>18073</c:v>
                </c:pt>
                <c:pt idx="917">
                  <c:v>9805</c:v>
                </c:pt>
                <c:pt idx="918">
                  <c:v>20539</c:v>
                </c:pt>
                <c:pt idx="919">
                  <c:v>56175</c:v>
                </c:pt>
                <c:pt idx="920">
                  <c:v>48222</c:v>
                </c:pt>
                <c:pt idx="921">
                  <c:v>18949</c:v>
                </c:pt>
                <c:pt idx="922">
                  <c:v/>
                </c:pt>
                <c:pt idx="923">
                  <c:v>14937</c:v>
                </c:pt>
                <c:pt idx="924">
                  <c:v/>
                </c:pt>
                <c:pt idx="925">
                  <c:v>5579</c:v>
                </c:pt>
                <c:pt idx="926">
                  <c:v>5312</c:v>
                </c:pt>
                <c:pt idx="927">
                  <c:v>6311</c:v>
                </c:pt>
                <c:pt idx="928">
                  <c:v>5863</c:v>
                </c:pt>
                <c:pt idx="929">
                  <c:v>7919</c:v>
                </c:pt>
                <c:pt idx="930">
                  <c:v>26019</c:v>
                </c:pt>
                <c:pt idx="931">
                  <c:v>5997</c:v>
                </c:pt>
                <c:pt idx="932">
                  <c:v>8031</c:v>
                </c:pt>
                <c:pt idx="933">
                  <c:v>21997</c:v>
                </c:pt>
                <c:pt idx="934">
                  <c:v/>
                </c:pt>
                <c:pt idx="935">
                  <c:v>19347</c:v>
                </c:pt>
                <c:pt idx="936">
                  <c:v>14743</c:v>
                </c:pt>
                <c:pt idx="937">
                  <c:v>15659</c:v>
                </c:pt>
                <c:pt idx="938">
                  <c:v>8474</c:v>
                </c:pt>
                <c:pt idx="939">
                  <c:v>49712</c:v>
                </c:pt>
                <c:pt idx="940">
                  <c:v>31407</c:v>
                </c:pt>
                <c:pt idx="941">
                  <c:v>11284</c:v>
                </c:pt>
                <c:pt idx="942">
                  <c:v>48507</c:v>
                </c:pt>
                <c:pt idx="943">
                  <c:v>11378</c:v>
                </c:pt>
                <c:pt idx="944">
                  <c:v/>
                </c:pt>
                <c:pt idx="945">
                  <c:v/>
                </c:pt>
                <c:pt idx="946">
                  <c:v>5181</c:v>
                </c:pt>
                <c:pt idx="947">
                  <c:v>17298</c:v>
                </c:pt>
                <c:pt idx="948">
                  <c:v>20279</c:v>
                </c:pt>
                <c:pt idx="949">
                  <c:v/>
                </c:pt>
                <c:pt idx="950">
                  <c:v>8917</c:v>
                </c:pt>
                <c:pt idx="951">
                  <c:v>12248</c:v>
                </c:pt>
                <c:pt idx="952">
                  <c:v>18316</c:v>
                </c:pt>
                <c:pt idx="953">
                  <c:v>13151</c:v>
                </c:pt>
                <c:pt idx="954">
                  <c:v>43035</c:v>
                </c:pt>
                <c:pt idx="955">
                  <c:v>54491</c:v>
                </c:pt>
                <c:pt idx="956">
                  <c:v>7111</c:v>
                </c:pt>
                <c:pt idx="957">
                  <c:v>23984</c:v>
                </c:pt>
                <c:pt idx="958">
                  <c:v>56446</c:v>
                </c:pt>
                <c:pt idx="959">
                  <c:v>12980</c:v>
                </c:pt>
                <c:pt idx="960">
                  <c:v>23319</c:v>
                </c:pt>
                <c:pt idx="961">
                  <c:v>23196</c:v>
                </c:pt>
                <c:pt idx="962">
                  <c:v/>
                </c:pt>
                <c:pt idx="963">
                  <c:v>9255</c:v>
                </c:pt>
                <c:pt idx="964">
                  <c:v>8471</c:v>
                </c:pt>
                <c:pt idx="965">
                  <c:v>46799</c:v>
                </c:pt>
                <c:pt idx="966">
                  <c:v>12324</c:v>
                </c:pt>
                <c:pt idx="967">
                  <c:v>13704</c:v>
                </c:pt>
                <c:pt idx="968">
                  <c:v/>
                </c:pt>
                <c:pt idx="969">
                  <c:v>10441</c:v>
                </c:pt>
                <c:pt idx="970">
                  <c:v>41729</c:v>
                </c:pt>
                <c:pt idx="971">
                  <c:v/>
                </c:pt>
                <c:pt idx="972">
                  <c:v/>
                </c:pt>
                <c:pt idx="973">
                  <c:v>9118</c:v>
                </c:pt>
                <c:pt idx="974">
                  <c:v>8156</c:v>
                </c:pt>
                <c:pt idx="975">
                  <c:v>16558</c:v>
                </c:pt>
                <c:pt idx="976">
                  <c:v>27627</c:v>
                </c:pt>
                <c:pt idx="977">
                  <c:v/>
                </c:pt>
                <c:pt idx="978">
                  <c:v/>
                </c:pt>
                <c:pt idx="979">
                  <c:v>14982</c:v>
                </c:pt>
                <c:pt idx="980">
                  <c:v/>
                </c:pt>
                <c:pt idx="981">
                  <c:v/>
                </c:pt>
                <c:pt idx="982">
                  <c:v>52309</c:v>
                </c:pt>
                <c:pt idx="983">
                  <c:v>6913</c:v>
                </c:pt>
                <c:pt idx="984">
                  <c:v>7207</c:v>
                </c:pt>
                <c:pt idx="985">
                  <c:v>5061</c:v>
                </c:pt>
                <c:pt idx="986">
                  <c:v/>
                </c:pt>
                <c:pt idx="987">
                  <c:v>34099</c:v>
                </c:pt>
                <c:pt idx="988">
                  <c:v>52348</c:v>
                </c:pt>
                <c:pt idx="989">
                  <c:v>58596</c:v>
                </c:pt>
                <c:pt idx="990">
                  <c:v>39546</c:v>
                </c:pt>
                <c:pt idx="991">
                  <c:v/>
                </c:pt>
                <c:pt idx="992">
                  <c:v>37592</c:v>
                </c:pt>
                <c:pt idx="993">
                  <c:v>47233</c:v>
                </c:pt>
                <c:pt idx="994">
                  <c:v>26410</c:v>
                </c:pt>
                <c:pt idx="995">
                  <c:v>5460</c:v>
                </c:pt>
                <c:pt idx="996">
                  <c:v>47582</c:v>
                </c:pt>
                <c:pt idx="997">
                  <c:v>50002</c:v>
                </c:pt>
                <c:pt idx="998">
                  <c:v>7462</c:v>
                </c:pt>
                <c:pt idx="999">
                  <c:v>49155</c:v>
                </c:pt>
                <c:pt idx="1000">
                  <c:v>58500</c:v>
                </c:pt>
                <c:pt idx="1001">
                  <c:v>35972</c:v>
                </c:pt>
                <c:pt idx="1002">
                  <c:v/>
                </c:pt>
                <c:pt idx="1003">
                  <c:v>7831</c:v>
                </c:pt>
                <c:pt idx="1004">
                  <c:v>28950</c:v>
                </c:pt>
                <c:pt idx="1005">
                  <c:v/>
                </c:pt>
                <c:pt idx="1006">
                  <c:v>57670</c:v>
                </c:pt>
                <c:pt idx="1007">
                  <c:v>6494</c:v>
                </c:pt>
                <c:pt idx="1008">
                  <c:v>53227</c:v>
                </c:pt>
                <c:pt idx="1009">
                  <c:v/>
                </c:pt>
                <c:pt idx="1010">
                  <c:v>17304</c:v>
                </c:pt>
                <c:pt idx="1011">
                  <c:v>33100</c:v>
                </c:pt>
                <c:pt idx="1012">
                  <c:v>11227</c:v>
                </c:pt>
                <c:pt idx="1013">
                  <c:v/>
                </c:pt>
                <c:pt idx="1014">
                  <c:v>41112</c:v>
                </c:pt>
                <c:pt idx="1015">
                  <c:v>5514</c:v>
                </c:pt>
                <c:pt idx="1016">
                  <c:v>45552</c:v>
                </c:pt>
                <c:pt idx="1017">
                  <c:v>10825</c:v>
                </c:pt>
                <c:pt idx="1018">
                  <c:v>22015</c:v>
                </c:pt>
                <c:pt idx="1019">
                  <c:v>5666</c:v>
                </c:pt>
                <c:pt idx="1020">
                  <c:v>5149</c:v>
                </c:pt>
                <c:pt idx="1021">
                  <c:v>5850</c:v>
                </c:pt>
                <c:pt idx="1022">
                  <c:v>49778</c:v>
                </c:pt>
                <c:pt idx="1023">
                  <c:v>5569</c:v>
                </c:pt>
                <c:pt idx="1024">
                  <c:v>8057</c:v>
                </c:pt>
                <c:pt idx="1025">
                  <c:v>40710</c:v>
                </c:pt>
                <c:pt idx="1026">
                  <c:v>24505</c:v>
                </c:pt>
                <c:pt idx="1027">
                  <c:v>9739</c:v>
                </c:pt>
                <c:pt idx="1028">
                  <c:v>36926</c:v>
                </c:pt>
                <c:pt idx="1029">
                  <c:v>33256</c:v>
                </c:pt>
                <c:pt idx="1030">
                  <c:v>7453</c:v>
                </c:pt>
                <c:pt idx="1031">
                  <c:v/>
                </c:pt>
                <c:pt idx="1032">
                  <c:v>7444</c:v>
                </c:pt>
                <c:pt idx="1033">
                  <c:v/>
                </c:pt>
                <c:pt idx="1034">
                  <c:v/>
                </c:pt>
                <c:pt idx="1035">
                  <c:v>20255</c:v>
                </c:pt>
                <c:pt idx="1036">
                  <c:v/>
                </c:pt>
                <c:pt idx="1037">
                  <c:v>41169</c:v>
                </c:pt>
                <c:pt idx="1038">
                  <c:v>42492</c:v>
                </c:pt>
                <c:pt idx="1039">
                  <c:v>10638</c:v>
                </c:pt>
                <c:pt idx="1040">
                  <c:v>6217</c:v>
                </c:pt>
                <c:pt idx="1041">
                  <c:v>50416</c:v>
                </c:pt>
                <c:pt idx="1042">
                  <c:v/>
                </c:pt>
                <c:pt idx="1043">
                  <c:v>41204</c:v>
                </c:pt>
                <c:pt idx="1044">
                  <c:v>7379</c:v>
                </c:pt>
                <c:pt idx="1045">
                  <c:v>5035</c:v>
                </c:pt>
                <c:pt idx="1046">
                  <c:v>12682</c:v>
                </c:pt>
                <c:pt idx="1047">
                  <c:v>35589</c:v>
                </c:pt>
                <c:pt idx="1048">
                  <c:v>37434</c:v>
                </c:pt>
                <c:pt idx="1049">
                  <c:v>17455</c:v>
                </c:pt>
                <c:pt idx="1050">
                  <c:v>12953</c:v>
                </c:pt>
                <c:pt idx="1051">
                  <c:v>6648</c:v>
                </c:pt>
                <c:pt idx="1052">
                  <c:v>35650</c:v>
                </c:pt>
                <c:pt idx="1053">
                  <c:v>6132</c:v>
                </c:pt>
                <c:pt idx="1054">
                  <c:v>20709</c:v>
                </c:pt>
                <c:pt idx="1055">
                  <c:v>9862</c:v>
                </c:pt>
                <c:pt idx="1056">
                  <c:v/>
                </c:pt>
                <c:pt idx="1057">
                  <c:v>8680</c:v>
                </c:pt>
                <c:pt idx="1058">
                  <c:v>7705</c:v>
                </c:pt>
                <c:pt idx="1059">
                  <c:v>56611</c:v>
                </c:pt>
                <c:pt idx="1060">
                  <c:v>16971</c:v>
                </c:pt>
                <c:pt idx="1061">
                  <c:v>7413</c:v>
                </c:pt>
                <c:pt idx="1062">
                  <c:v>43902</c:v>
                </c:pt>
                <c:pt idx="1063">
                  <c:v>5137</c:v>
                </c:pt>
                <c:pt idx="1064">
                  <c:v>9870</c:v>
                </c:pt>
                <c:pt idx="1065">
                  <c:v>28681</c:v>
                </c:pt>
                <c:pt idx="1066">
                  <c:v>5218</c:v>
                </c:pt>
                <c:pt idx="1067">
                  <c:v>29505</c:v>
                </c:pt>
                <c:pt idx="1068">
                  <c:v>33679</c:v>
                </c:pt>
                <c:pt idx="1069">
                  <c:v>20837</c:v>
                </c:pt>
                <c:pt idx="1070">
                  <c:v>7287</c:v>
                </c:pt>
                <c:pt idx="1071">
                  <c:v>20240</c:v>
                </c:pt>
                <c:pt idx="1072">
                  <c:v>23631</c:v>
                </c:pt>
                <c:pt idx="1073">
                  <c:v>14024</c:v>
                </c:pt>
                <c:pt idx="1074">
                  <c:v/>
                </c:pt>
                <c:pt idx="1075">
                  <c:v>5663</c:v>
                </c:pt>
                <c:pt idx="1076">
                  <c:v>13053</c:v>
                </c:pt>
                <c:pt idx="1077">
                  <c:v>19480</c:v>
                </c:pt>
                <c:pt idx="1078">
                  <c:v>8412</c:v>
                </c:pt>
                <c:pt idx="1079">
                  <c:v>5089</c:v>
                </c:pt>
                <c:pt idx="1080">
                  <c:v/>
                </c:pt>
                <c:pt idx="1081">
                  <c:v>10094</c:v>
                </c:pt>
                <c:pt idx="1082">
                  <c:v>14499</c:v>
                </c:pt>
                <c:pt idx="1083">
                  <c:v>21029</c:v>
                </c:pt>
                <c:pt idx="1084">
                  <c:v>5511</c:v>
                </c:pt>
                <c:pt idx="1085">
                  <c:v>37345</c:v>
                </c:pt>
                <c:pt idx="1086">
                  <c:v/>
                </c:pt>
                <c:pt idx="1087">
                  <c:v>11585</c:v>
                </c:pt>
                <c:pt idx="1088">
                  <c:v>36677</c:v>
                </c:pt>
                <c:pt idx="1089">
                  <c:v>8241</c:v>
                </c:pt>
                <c:pt idx="1090">
                  <c:v>9094</c:v>
                </c:pt>
                <c:pt idx="1091">
                  <c:v>18157</c:v>
                </c:pt>
                <c:pt idx="1092">
                  <c:v>19167</c:v>
                </c:pt>
                <c:pt idx="1093">
                  <c:v>13670</c:v>
                </c:pt>
                <c:pt idx="1094">
                  <c:v>29920</c:v>
                </c:pt>
                <c:pt idx="1095">
                  <c:v>6831</c:v>
                </c:pt>
                <c:pt idx="1096">
                  <c:v>6467</c:v>
                </c:pt>
                <c:pt idx="1097">
                  <c:v>42407</c:v>
                </c:pt>
                <c:pt idx="1098">
                  <c:v>59121</c:v>
                </c:pt>
                <c:pt idx="1099">
                  <c:v>16590</c:v>
                </c:pt>
                <c:pt idx="1100">
                  <c:v>20166</c:v>
                </c:pt>
                <c:pt idx="1101">
                  <c:v>12429</c:v>
                </c:pt>
                <c:pt idx="1102">
                  <c:v>46997</c:v>
                </c:pt>
                <c:pt idx="1103">
                  <c:v>9291</c:v>
                </c:pt>
                <c:pt idx="1104">
                  <c:v>7880</c:v>
                </c:pt>
                <c:pt idx="1105">
                  <c:v>9064</c:v>
                </c:pt>
                <c:pt idx="1106">
                  <c:v>39908</c:v>
                </c:pt>
                <c:pt idx="1107">
                  <c:v>6876</c:v>
                </c:pt>
                <c:pt idx="1108">
                  <c:v>17388</c:v>
                </c:pt>
                <c:pt idx="1109">
                  <c:v/>
                </c:pt>
                <c:pt idx="1110">
                  <c:v>13911</c:v>
                </c:pt>
                <c:pt idx="1111">
                  <c:v>26893</c:v>
                </c:pt>
                <c:pt idx="1112">
                  <c:v>16939</c:v>
                </c:pt>
                <c:pt idx="1113">
                  <c:v>38605</c:v>
                </c:pt>
                <c:pt idx="1114">
                  <c:v/>
                </c:pt>
                <c:pt idx="1115">
                  <c:v>7160</c:v>
                </c:pt>
                <c:pt idx="1116">
                  <c:v>45720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Viáveis</c:v>
                </c:pt>
              </c:strCache>
            </c:strRef>
          </c:tx>
          <c:spPr>
            <a:solidFill>
              <a:srgbClr val="E4572E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Sheet1!$A$2:$A$1118</c:f>
              <c:numCache>
                <c:formatCode>General</c:formatCode>
                <c:ptCount val="1117"/>
                <c:pt idx="0">
                  <c:v>0.119</c:v>
                </c:pt>
                <c:pt idx="1">
                  <c:v>0.336</c:v>
                </c:pt>
                <c:pt idx="2">
                  <c:v>0.271</c:v>
                </c:pt>
                <c:pt idx="3">
                  <c:v>0.127</c:v>
                </c:pt>
                <c:pt idx="4">
                  <c:v>0.245</c:v>
                </c:pt>
                <c:pt idx="5">
                  <c:v>0.73</c:v>
                </c:pt>
                <c:pt idx="6">
                  <c:v>0.385</c:v>
                </c:pt>
                <c:pt idx="7">
                  <c:v>0.425</c:v>
                </c:pt>
                <c:pt idx="8">
                  <c:v>0.757</c:v>
                </c:pt>
                <c:pt idx="9">
                  <c:v>0.639</c:v>
                </c:pt>
                <c:pt idx="10">
                  <c:v>0.499</c:v>
                </c:pt>
                <c:pt idx="11">
                  <c:v>0.218</c:v>
                </c:pt>
                <c:pt idx="12">
                  <c:v>0.694</c:v>
                </c:pt>
                <c:pt idx="13">
                  <c:v>0.186</c:v>
                </c:pt>
                <c:pt idx="14">
                  <c:v>0.158</c:v>
                </c:pt>
                <c:pt idx="15">
                  <c:v>0.414</c:v>
                </c:pt>
                <c:pt idx="16">
                  <c:v>0.484</c:v>
                </c:pt>
                <c:pt idx="17">
                  <c:v>0.585</c:v>
                </c:pt>
                <c:pt idx="18">
                  <c:v>0.136</c:v>
                </c:pt>
                <c:pt idx="19">
                  <c:v>0.612</c:v>
                </c:pt>
                <c:pt idx="20">
                  <c:v>0.23</c:v>
                </c:pt>
                <c:pt idx="21">
                  <c:v>0.145</c:v>
                </c:pt>
                <c:pt idx="22">
                  <c:v>0.325</c:v>
                </c:pt>
                <c:pt idx="23">
                  <c:v>0.587</c:v>
                </c:pt>
                <c:pt idx="24">
                  <c:v>0.366</c:v>
                </c:pt>
                <c:pt idx="25">
                  <c:v>0.514</c:v>
                </c:pt>
                <c:pt idx="26">
                  <c:v>0.216</c:v>
                </c:pt>
                <c:pt idx="27">
                  <c:v>0.156</c:v>
                </c:pt>
                <c:pt idx="28">
                  <c:v>0.185</c:v>
                </c:pt>
                <c:pt idx="29">
                  <c:v>0.744</c:v>
                </c:pt>
                <c:pt idx="30">
                  <c:v>0.311</c:v>
                </c:pt>
                <c:pt idx="31">
                  <c:v>0.411</c:v>
                </c:pt>
                <c:pt idx="32">
                  <c:v>0.402</c:v>
                </c:pt>
                <c:pt idx="33">
                  <c:v>0.317</c:v>
                </c:pt>
                <c:pt idx="34">
                  <c:v>0.13</c:v>
                </c:pt>
                <c:pt idx="35">
                  <c:v>0.5</c:v>
                </c:pt>
                <c:pt idx="36">
                  <c:v>0.3</c:v>
                </c:pt>
                <c:pt idx="37">
                  <c:v>0.224</c:v>
                </c:pt>
                <c:pt idx="38">
                  <c:v>0.226</c:v>
                </c:pt>
                <c:pt idx="39">
                  <c:v>0.272</c:v>
                </c:pt>
                <c:pt idx="40">
                  <c:v>0.679</c:v>
                </c:pt>
                <c:pt idx="41">
                  <c:v>0.717</c:v>
                </c:pt>
                <c:pt idx="42">
                  <c:v>0.542</c:v>
                </c:pt>
                <c:pt idx="43">
                  <c:v>0.169</c:v>
                </c:pt>
                <c:pt idx="44">
                  <c:v>0.272</c:v>
                </c:pt>
                <c:pt idx="45">
                  <c:v>0.328</c:v>
                </c:pt>
                <c:pt idx="46">
                  <c:v>0.336</c:v>
                </c:pt>
                <c:pt idx="47">
                  <c:v>0.225</c:v>
                </c:pt>
                <c:pt idx="48">
                  <c:v>0.142</c:v>
                </c:pt>
                <c:pt idx="49">
                  <c:v>0.399</c:v>
                </c:pt>
                <c:pt idx="50">
                  <c:v>0.694</c:v>
                </c:pt>
                <c:pt idx="51">
                  <c:v>0.166</c:v>
                </c:pt>
                <c:pt idx="52">
                  <c:v>0.179</c:v>
                </c:pt>
                <c:pt idx="53">
                  <c:v>0.305</c:v>
                </c:pt>
                <c:pt idx="54">
                  <c:v>0.237</c:v>
                </c:pt>
                <c:pt idx="55">
                  <c:v>0.8</c:v>
                </c:pt>
                <c:pt idx="56">
                  <c:v>0.625</c:v>
                </c:pt>
                <c:pt idx="57">
                  <c:v>0.144</c:v>
                </c:pt>
                <c:pt idx="58">
                  <c:v>0.306</c:v>
                </c:pt>
                <c:pt idx="59">
                  <c:v>0.237</c:v>
                </c:pt>
                <c:pt idx="60">
                  <c:v>0.402</c:v>
                </c:pt>
                <c:pt idx="61">
                  <c:v>0.432</c:v>
                </c:pt>
                <c:pt idx="62">
                  <c:v>0.491</c:v>
                </c:pt>
                <c:pt idx="63">
                  <c:v>0.293</c:v>
                </c:pt>
                <c:pt idx="64">
                  <c:v>0.139</c:v>
                </c:pt>
                <c:pt idx="65">
                  <c:v>0.614</c:v>
                </c:pt>
                <c:pt idx="66">
                  <c:v>0.1</c:v>
                </c:pt>
                <c:pt idx="67">
                  <c:v>0.495</c:v>
                </c:pt>
                <c:pt idx="68">
                  <c:v>0.417</c:v>
                </c:pt>
                <c:pt idx="69">
                  <c:v>0.619</c:v>
                </c:pt>
                <c:pt idx="70">
                  <c:v>0.322</c:v>
                </c:pt>
                <c:pt idx="71">
                  <c:v>0.402</c:v>
                </c:pt>
                <c:pt idx="72">
                  <c:v>0.271</c:v>
                </c:pt>
                <c:pt idx="73">
                  <c:v>0.106</c:v>
                </c:pt>
                <c:pt idx="74">
                  <c:v>0.595</c:v>
                </c:pt>
                <c:pt idx="75">
                  <c:v>0.225</c:v>
                </c:pt>
                <c:pt idx="76">
                  <c:v>0.21</c:v>
                </c:pt>
                <c:pt idx="77">
                  <c:v>0.118</c:v>
                </c:pt>
                <c:pt idx="78">
                  <c:v>0.74</c:v>
                </c:pt>
                <c:pt idx="79">
                  <c:v>0.642</c:v>
                </c:pt>
                <c:pt idx="80">
                  <c:v>0.221</c:v>
                </c:pt>
                <c:pt idx="81">
                  <c:v>0.275</c:v>
                </c:pt>
                <c:pt idx="82">
                  <c:v>0.103</c:v>
                </c:pt>
                <c:pt idx="83">
                  <c:v>0.247</c:v>
                </c:pt>
                <c:pt idx="84">
                  <c:v>0.632</c:v>
                </c:pt>
                <c:pt idx="85">
                  <c:v>0.142</c:v>
                </c:pt>
                <c:pt idx="86">
                  <c:v>0.627</c:v>
                </c:pt>
                <c:pt idx="87">
                  <c:v>0.64</c:v>
                </c:pt>
                <c:pt idx="88">
                  <c:v>0.152</c:v>
                </c:pt>
                <c:pt idx="89">
                  <c:v>0.441</c:v>
                </c:pt>
                <c:pt idx="90">
                  <c:v>0.377</c:v>
                </c:pt>
                <c:pt idx="91">
                  <c:v>0.388</c:v>
                </c:pt>
                <c:pt idx="92">
                  <c:v>0.29</c:v>
                </c:pt>
                <c:pt idx="93">
                  <c:v>0.681</c:v>
                </c:pt>
                <c:pt idx="94">
                  <c:v>0.148</c:v>
                </c:pt>
                <c:pt idx="95">
                  <c:v>0.103</c:v>
                </c:pt>
                <c:pt idx="96">
                  <c:v>0.164</c:v>
                </c:pt>
                <c:pt idx="97">
                  <c:v>0.348</c:v>
                </c:pt>
                <c:pt idx="98">
                  <c:v>0.155</c:v>
                </c:pt>
                <c:pt idx="99">
                  <c:v>0.537</c:v>
                </c:pt>
                <c:pt idx="100">
                  <c:v>0.282</c:v>
                </c:pt>
                <c:pt idx="101">
                  <c:v>0.149</c:v>
                </c:pt>
                <c:pt idx="102">
                  <c:v>0.662</c:v>
                </c:pt>
                <c:pt idx="103">
                  <c:v>0.197</c:v>
                </c:pt>
                <c:pt idx="104">
                  <c:v>0.522</c:v>
                </c:pt>
                <c:pt idx="105">
                  <c:v>0.222</c:v>
                </c:pt>
                <c:pt idx="106">
                  <c:v>0.472</c:v>
                </c:pt>
                <c:pt idx="107">
                  <c:v>0.608</c:v>
                </c:pt>
                <c:pt idx="108">
                  <c:v>0.504</c:v>
                </c:pt>
                <c:pt idx="109">
                  <c:v>0.311</c:v>
                </c:pt>
                <c:pt idx="110">
                  <c:v>0.789</c:v>
                </c:pt>
                <c:pt idx="111">
                  <c:v>0.624</c:v>
                </c:pt>
                <c:pt idx="112">
                  <c:v>0.162</c:v>
                </c:pt>
                <c:pt idx="113">
                  <c:v>0.229</c:v>
                </c:pt>
                <c:pt idx="114">
                  <c:v>0.243</c:v>
                </c:pt>
                <c:pt idx="115">
                  <c:v>0.712</c:v>
                </c:pt>
                <c:pt idx="116">
                  <c:v>0.2</c:v>
                </c:pt>
                <c:pt idx="117">
                  <c:v>0.253</c:v>
                </c:pt>
                <c:pt idx="118">
                  <c:v>0.535</c:v>
                </c:pt>
                <c:pt idx="119">
                  <c:v>0.358</c:v>
                </c:pt>
                <c:pt idx="120">
                  <c:v>0.238</c:v>
                </c:pt>
                <c:pt idx="121">
                  <c:v>0.387</c:v>
                </c:pt>
                <c:pt idx="122">
                  <c:v>0.188</c:v>
                </c:pt>
                <c:pt idx="123">
                  <c:v>0.343</c:v>
                </c:pt>
                <c:pt idx="124">
                  <c:v>0.184</c:v>
                </c:pt>
                <c:pt idx="125">
                  <c:v>0.166</c:v>
                </c:pt>
                <c:pt idx="126">
                  <c:v>0.185</c:v>
                </c:pt>
                <c:pt idx="127">
                  <c:v>0.734</c:v>
                </c:pt>
                <c:pt idx="128">
                  <c:v>0.485</c:v>
                </c:pt>
                <c:pt idx="129">
                  <c:v>0.373</c:v>
                </c:pt>
                <c:pt idx="130">
                  <c:v>0.739</c:v>
                </c:pt>
                <c:pt idx="131">
                  <c:v>0.265</c:v>
                </c:pt>
                <c:pt idx="132">
                  <c:v>0.176</c:v>
                </c:pt>
                <c:pt idx="133">
                  <c:v>0.153</c:v>
                </c:pt>
                <c:pt idx="134">
                  <c:v>0.287</c:v>
                </c:pt>
                <c:pt idx="135">
                  <c:v>0.628</c:v>
                </c:pt>
                <c:pt idx="136">
                  <c:v>0.447</c:v>
                </c:pt>
                <c:pt idx="137">
                  <c:v>0.12</c:v>
                </c:pt>
                <c:pt idx="138">
                  <c:v>0.104</c:v>
                </c:pt>
                <c:pt idx="139">
                  <c:v>0.112</c:v>
                </c:pt>
                <c:pt idx="140">
                  <c:v>0.216</c:v>
                </c:pt>
                <c:pt idx="141">
                  <c:v>0.514</c:v>
                </c:pt>
                <c:pt idx="142">
                  <c:v>0.298</c:v>
                </c:pt>
                <c:pt idx="143">
                  <c:v>0.119</c:v>
                </c:pt>
                <c:pt idx="144">
                  <c:v>0.459</c:v>
                </c:pt>
                <c:pt idx="145">
                  <c:v>0.184</c:v>
                </c:pt>
                <c:pt idx="146">
                  <c:v>0.217</c:v>
                </c:pt>
                <c:pt idx="147">
                  <c:v>0.174</c:v>
                </c:pt>
                <c:pt idx="148">
                  <c:v>0.136</c:v>
                </c:pt>
                <c:pt idx="149">
                  <c:v>0.229</c:v>
                </c:pt>
                <c:pt idx="150">
                  <c:v>0.641</c:v>
                </c:pt>
                <c:pt idx="151">
                  <c:v>0.278</c:v>
                </c:pt>
                <c:pt idx="152">
                  <c:v>0.342</c:v>
                </c:pt>
                <c:pt idx="153">
                  <c:v>0.165</c:v>
                </c:pt>
                <c:pt idx="154">
                  <c:v>0.114</c:v>
                </c:pt>
                <c:pt idx="155">
                  <c:v>0.127</c:v>
                </c:pt>
                <c:pt idx="156">
                  <c:v>0.508</c:v>
                </c:pt>
                <c:pt idx="157">
                  <c:v>0.255</c:v>
                </c:pt>
                <c:pt idx="158">
                  <c:v>0.146</c:v>
                </c:pt>
                <c:pt idx="159">
                  <c:v>0.24</c:v>
                </c:pt>
                <c:pt idx="160">
                  <c:v>0.431</c:v>
                </c:pt>
                <c:pt idx="161">
                  <c:v>0.228</c:v>
                </c:pt>
                <c:pt idx="162">
                  <c:v>0.332</c:v>
                </c:pt>
                <c:pt idx="163">
                  <c:v>0.111</c:v>
                </c:pt>
                <c:pt idx="164">
                  <c:v>0.109</c:v>
                </c:pt>
                <c:pt idx="165">
                  <c:v>0.218</c:v>
                </c:pt>
                <c:pt idx="166">
                  <c:v>0.325</c:v>
                </c:pt>
                <c:pt idx="167">
                  <c:v>0.357</c:v>
                </c:pt>
                <c:pt idx="168">
                  <c:v>0.108</c:v>
                </c:pt>
                <c:pt idx="169">
                  <c:v>0.11</c:v>
                </c:pt>
                <c:pt idx="170">
                  <c:v>0.438</c:v>
                </c:pt>
                <c:pt idx="171">
                  <c:v>0.177</c:v>
                </c:pt>
                <c:pt idx="172">
                  <c:v>0.15</c:v>
                </c:pt>
                <c:pt idx="173">
                  <c:v>0.173</c:v>
                </c:pt>
                <c:pt idx="174">
                  <c:v>0.693</c:v>
                </c:pt>
                <c:pt idx="175">
                  <c:v>0.663</c:v>
                </c:pt>
                <c:pt idx="176">
                  <c:v>0.385</c:v>
                </c:pt>
                <c:pt idx="177">
                  <c:v>0.173</c:v>
                </c:pt>
                <c:pt idx="178">
                  <c:v>0.488</c:v>
                </c:pt>
                <c:pt idx="179">
                  <c:v>0.767</c:v>
                </c:pt>
                <c:pt idx="180">
                  <c:v>0.14</c:v>
                </c:pt>
                <c:pt idx="181">
                  <c:v>0.113</c:v>
                </c:pt>
                <c:pt idx="182">
                  <c:v>0.402</c:v>
                </c:pt>
                <c:pt idx="183">
                  <c:v>0.225</c:v>
                </c:pt>
                <c:pt idx="184">
                  <c:v>0.434</c:v>
                </c:pt>
                <c:pt idx="185">
                  <c:v>0.196</c:v>
                </c:pt>
                <c:pt idx="186">
                  <c:v>0.46</c:v>
                </c:pt>
                <c:pt idx="187">
                  <c:v>0.115</c:v>
                </c:pt>
                <c:pt idx="188">
                  <c:v>0.286</c:v>
                </c:pt>
                <c:pt idx="189">
                  <c:v>0.603</c:v>
                </c:pt>
                <c:pt idx="190">
                  <c:v>0.136</c:v>
                </c:pt>
                <c:pt idx="191">
                  <c:v>0.169</c:v>
                </c:pt>
                <c:pt idx="192">
                  <c:v>0.146</c:v>
                </c:pt>
                <c:pt idx="193">
                  <c:v>0.115</c:v>
                </c:pt>
                <c:pt idx="194">
                  <c:v>0.131</c:v>
                </c:pt>
                <c:pt idx="195">
                  <c:v>0.516</c:v>
                </c:pt>
                <c:pt idx="196">
                  <c:v>0.745</c:v>
                </c:pt>
                <c:pt idx="197">
                  <c:v>0.646</c:v>
                </c:pt>
                <c:pt idx="198">
                  <c:v>0.381</c:v>
                </c:pt>
                <c:pt idx="199">
                  <c:v>0.579</c:v>
                </c:pt>
                <c:pt idx="200">
                  <c:v>0.301</c:v>
                </c:pt>
                <c:pt idx="201">
                  <c:v>0.756</c:v>
                </c:pt>
                <c:pt idx="202">
                  <c:v>0.552</c:v>
                </c:pt>
                <c:pt idx="203">
                  <c:v>0.245</c:v>
                </c:pt>
                <c:pt idx="204">
                  <c:v>0.249</c:v>
                </c:pt>
                <c:pt idx="205">
                  <c:v>0.157</c:v>
                </c:pt>
                <c:pt idx="206">
                  <c:v>0.125</c:v>
                </c:pt>
                <c:pt idx="207">
                  <c:v>0.618</c:v>
                </c:pt>
                <c:pt idx="208">
                  <c:v>0.352</c:v>
                </c:pt>
                <c:pt idx="209">
                  <c:v>0.268</c:v>
                </c:pt>
                <c:pt idx="210">
                  <c:v>0.472</c:v>
                </c:pt>
                <c:pt idx="211">
                  <c:v>0.136</c:v>
                </c:pt>
                <c:pt idx="212">
                  <c:v>0.438</c:v>
                </c:pt>
                <c:pt idx="213">
                  <c:v>0.161</c:v>
                </c:pt>
                <c:pt idx="214">
                  <c:v>0.179</c:v>
                </c:pt>
                <c:pt idx="215">
                  <c:v>0.238</c:v>
                </c:pt>
                <c:pt idx="216">
                  <c:v>0.2</c:v>
                </c:pt>
                <c:pt idx="217">
                  <c:v>0.454</c:v>
                </c:pt>
                <c:pt idx="218">
                  <c:v>0.243</c:v>
                </c:pt>
                <c:pt idx="219">
                  <c:v>0.238</c:v>
                </c:pt>
                <c:pt idx="220">
                  <c:v>0.262</c:v>
                </c:pt>
                <c:pt idx="221">
                  <c:v>0.585</c:v>
                </c:pt>
                <c:pt idx="222">
                  <c:v>0.14</c:v>
                </c:pt>
                <c:pt idx="223">
                  <c:v>0.109</c:v>
                </c:pt>
                <c:pt idx="224">
                  <c:v>0.265</c:v>
                </c:pt>
                <c:pt idx="225">
                  <c:v>0.146</c:v>
                </c:pt>
                <c:pt idx="226">
                  <c:v>0.244</c:v>
                </c:pt>
                <c:pt idx="227">
                  <c:v>0.308</c:v>
                </c:pt>
                <c:pt idx="228">
                  <c:v>0.13</c:v>
                </c:pt>
                <c:pt idx="229">
                  <c:v>0.282</c:v>
                </c:pt>
                <c:pt idx="230">
                  <c:v>0.235</c:v>
                </c:pt>
                <c:pt idx="231">
                  <c:v>0.441</c:v>
                </c:pt>
                <c:pt idx="232">
                  <c:v>0.157</c:v>
                </c:pt>
                <c:pt idx="233">
                  <c:v>0.275</c:v>
                </c:pt>
                <c:pt idx="234">
                  <c:v>0.182</c:v>
                </c:pt>
                <c:pt idx="235">
                  <c:v>0.414</c:v>
                </c:pt>
                <c:pt idx="236">
                  <c:v>0.133</c:v>
                </c:pt>
                <c:pt idx="237">
                  <c:v>0.217</c:v>
                </c:pt>
                <c:pt idx="238">
                  <c:v>0.401</c:v>
                </c:pt>
                <c:pt idx="239">
                  <c:v>0.133</c:v>
                </c:pt>
                <c:pt idx="240">
                  <c:v>0.346</c:v>
                </c:pt>
                <c:pt idx="241">
                  <c:v>0.548</c:v>
                </c:pt>
                <c:pt idx="242">
                  <c:v>0.136</c:v>
                </c:pt>
                <c:pt idx="243">
                  <c:v>0.147</c:v>
                </c:pt>
                <c:pt idx="244">
                  <c:v>0.198</c:v>
                </c:pt>
                <c:pt idx="245">
                  <c:v>0.248</c:v>
                </c:pt>
                <c:pt idx="246">
                  <c:v>0.176</c:v>
                </c:pt>
                <c:pt idx="247">
                  <c:v>0.681</c:v>
                </c:pt>
                <c:pt idx="248">
                  <c:v>0.29</c:v>
                </c:pt>
                <c:pt idx="249">
                  <c:v>0.17</c:v>
                </c:pt>
                <c:pt idx="250">
                  <c:v>0.199</c:v>
                </c:pt>
                <c:pt idx="251">
                  <c:v>0.284</c:v>
                </c:pt>
                <c:pt idx="252">
                  <c:v>0.237</c:v>
                </c:pt>
                <c:pt idx="253">
                  <c:v>0.194</c:v>
                </c:pt>
                <c:pt idx="254">
                  <c:v>0.707</c:v>
                </c:pt>
                <c:pt idx="255">
                  <c:v>0.27</c:v>
                </c:pt>
                <c:pt idx="256">
                  <c:v>0.216</c:v>
                </c:pt>
                <c:pt idx="257">
                  <c:v>0.133</c:v>
                </c:pt>
                <c:pt idx="258">
                  <c:v>0.107</c:v>
                </c:pt>
                <c:pt idx="259">
                  <c:v>0.351</c:v>
                </c:pt>
                <c:pt idx="260">
                  <c:v>0.412</c:v>
                </c:pt>
                <c:pt idx="261">
                  <c:v>0.286</c:v>
                </c:pt>
                <c:pt idx="262">
                  <c:v>0.382</c:v>
                </c:pt>
                <c:pt idx="263">
                  <c:v>0.384</c:v>
                </c:pt>
                <c:pt idx="264">
                  <c:v>0.174</c:v>
                </c:pt>
                <c:pt idx="265">
                  <c:v>0.447</c:v>
                </c:pt>
                <c:pt idx="266">
                  <c:v>0.136</c:v>
                </c:pt>
                <c:pt idx="267">
                  <c:v>0.61</c:v>
                </c:pt>
                <c:pt idx="268">
                  <c:v>0.174</c:v>
                </c:pt>
                <c:pt idx="269">
                  <c:v>0.375</c:v>
                </c:pt>
                <c:pt idx="270">
                  <c:v>0.696</c:v>
                </c:pt>
                <c:pt idx="271">
                  <c:v>0.197</c:v>
                </c:pt>
                <c:pt idx="272">
                  <c:v>0.204</c:v>
                </c:pt>
                <c:pt idx="273">
                  <c:v>0.393</c:v>
                </c:pt>
                <c:pt idx="274">
                  <c:v>0.223</c:v>
                </c:pt>
                <c:pt idx="275">
                  <c:v>0.116</c:v>
                </c:pt>
                <c:pt idx="276">
                  <c:v>0.212</c:v>
                </c:pt>
                <c:pt idx="277">
                  <c:v>0.262</c:v>
                </c:pt>
                <c:pt idx="278">
                  <c:v>0.195</c:v>
                </c:pt>
                <c:pt idx="279">
                  <c:v>0.19</c:v>
                </c:pt>
                <c:pt idx="280">
                  <c:v>0.524</c:v>
                </c:pt>
                <c:pt idx="281">
                  <c:v>0.73</c:v>
                </c:pt>
                <c:pt idx="282">
                  <c:v>0.371</c:v>
                </c:pt>
                <c:pt idx="283">
                  <c:v>0.697</c:v>
                </c:pt>
                <c:pt idx="284">
                  <c:v>0.439</c:v>
                </c:pt>
                <c:pt idx="285">
                  <c:v>0.101</c:v>
                </c:pt>
                <c:pt idx="286">
                  <c:v>0.237</c:v>
                </c:pt>
                <c:pt idx="287">
                  <c:v>0.106</c:v>
                </c:pt>
                <c:pt idx="288">
                  <c:v>0.138</c:v>
                </c:pt>
                <c:pt idx="289">
                  <c:v>0.385</c:v>
                </c:pt>
                <c:pt idx="290">
                  <c:v>0.487</c:v>
                </c:pt>
                <c:pt idx="291">
                  <c:v>0.181</c:v>
                </c:pt>
                <c:pt idx="292">
                  <c:v>0.682</c:v>
                </c:pt>
                <c:pt idx="293">
                  <c:v>0.249</c:v>
                </c:pt>
                <c:pt idx="294">
                  <c:v>0.186</c:v>
                </c:pt>
                <c:pt idx="295">
                  <c:v>0.116</c:v>
                </c:pt>
                <c:pt idx="296">
                  <c:v>0.28</c:v>
                </c:pt>
                <c:pt idx="297">
                  <c:v>0.301</c:v>
                </c:pt>
                <c:pt idx="298">
                  <c:v>0.567</c:v>
                </c:pt>
                <c:pt idx="299">
                  <c:v>0.113</c:v>
                </c:pt>
                <c:pt idx="300">
                  <c:v>0.435</c:v>
                </c:pt>
                <c:pt idx="301">
                  <c:v>0.698</c:v>
                </c:pt>
                <c:pt idx="302">
                  <c:v>0.385</c:v>
                </c:pt>
                <c:pt idx="303">
                  <c:v>0.787</c:v>
                </c:pt>
                <c:pt idx="304">
                  <c:v>0.268</c:v>
                </c:pt>
                <c:pt idx="305">
                  <c:v>0.388</c:v>
                </c:pt>
                <c:pt idx="306">
                  <c:v>0.251</c:v>
                </c:pt>
                <c:pt idx="307">
                  <c:v>0.351</c:v>
                </c:pt>
                <c:pt idx="308">
                  <c:v>0.105</c:v>
                </c:pt>
                <c:pt idx="309">
                  <c:v>0.464</c:v>
                </c:pt>
                <c:pt idx="310">
                  <c:v>0.31</c:v>
                </c:pt>
                <c:pt idx="311">
                  <c:v>0.772</c:v>
                </c:pt>
                <c:pt idx="312">
                  <c:v>0.12</c:v>
                </c:pt>
                <c:pt idx="313">
                  <c:v>0.78</c:v>
                </c:pt>
                <c:pt idx="314">
                  <c:v>0.626</c:v>
                </c:pt>
                <c:pt idx="315">
                  <c:v>0.167</c:v>
                </c:pt>
                <c:pt idx="316">
                  <c:v>0.184</c:v>
                </c:pt>
                <c:pt idx="317">
                  <c:v>0.266</c:v>
                </c:pt>
                <c:pt idx="318">
                  <c:v>0.616</c:v>
                </c:pt>
                <c:pt idx="319">
                  <c:v>0.122</c:v>
                </c:pt>
                <c:pt idx="320">
                  <c:v>0.221</c:v>
                </c:pt>
                <c:pt idx="321">
                  <c:v>0.422</c:v>
                </c:pt>
                <c:pt idx="322">
                  <c:v>0.241</c:v>
                </c:pt>
                <c:pt idx="323">
                  <c:v>0.72</c:v>
                </c:pt>
                <c:pt idx="324">
                  <c:v>0.585</c:v>
                </c:pt>
                <c:pt idx="325">
                  <c:v>0.158</c:v>
                </c:pt>
                <c:pt idx="326">
                  <c:v>0.618</c:v>
                </c:pt>
                <c:pt idx="327">
                  <c:v>0.253</c:v>
                </c:pt>
                <c:pt idx="328">
                  <c:v>0.113</c:v>
                </c:pt>
                <c:pt idx="329">
                  <c:v>0.158</c:v>
                </c:pt>
                <c:pt idx="330">
                  <c:v>0.206</c:v>
                </c:pt>
                <c:pt idx="331">
                  <c:v>0.212</c:v>
                </c:pt>
                <c:pt idx="332">
                  <c:v>0.133</c:v>
                </c:pt>
                <c:pt idx="333">
                  <c:v>0.26</c:v>
                </c:pt>
                <c:pt idx="334">
                  <c:v>0.148</c:v>
                </c:pt>
                <c:pt idx="335">
                  <c:v>0.772</c:v>
                </c:pt>
                <c:pt idx="336">
                  <c:v>0.566</c:v>
                </c:pt>
                <c:pt idx="337">
                  <c:v>0.624</c:v>
                </c:pt>
                <c:pt idx="338">
                  <c:v>0.194</c:v>
                </c:pt>
                <c:pt idx="339">
                  <c:v>0.323</c:v>
                </c:pt>
                <c:pt idx="340">
                  <c:v>0.275</c:v>
                </c:pt>
                <c:pt idx="341">
                  <c:v>0.138</c:v>
                </c:pt>
                <c:pt idx="342">
                  <c:v>0.163</c:v>
                </c:pt>
                <c:pt idx="343">
                  <c:v>0.385</c:v>
                </c:pt>
                <c:pt idx="344">
                  <c:v>0.159</c:v>
                </c:pt>
                <c:pt idx="345">
                  <c:v>0.463</c:v>
                </c:pt>
                <c:pt idx="346">
                  <c:v>0.277</c:v>
                </c:pt>
                <c:pt idx="347">
                  <c:v>0.726</c:v>
                </c:pt>
                <c:pt idx="348">
                  <c:v>0.698</c:v>
                </c:pt>
                <c:pt idx="349">
                  <c:v>0.275</c:v>
                </c:pt>
                <c:pt idx="350">
                  <c:v>0.394</c:v>
                </c:pt>
                <c:pt idx="351">
                  <c:v>0.13</c:v>
                </c:pt>
                <c:pt idx="352">
                  <c:v>0.202</c:v>
                </c:pt>
                <c:pt idx="353">
                  <c:v>0.168</c:v>
                </c:pt>
                <c:pt idx="354">
                  <c:v>0.436</c:v>
                </c:pt>
                <c:pt idx="355">
                  <c:v>0.395</c:v>
                </c:pt>
                <c:pt idx="356">
                  <c:v>0.754</c:v>
                </c:pt>
                <c:pt idx="357">
                  <c:v>0.366</c:v>
                </c:pt>
                <c:pt idx="358">
                  <c:v>0.391</c:v>
                </c:pt>
                <c:pt idx="359">
                  <c:v>0.223</c:v>
                </c:pt>
                <c:pt idx="360">
                  <c:v>0.597</c:v>
                </c:pt>
                <c:pt idx="361">
                  <c:v>0.561</c:v>
                </c:pt>
                <c:pt idx="362">
                  <c:v>0.483</c:v>
                </c:pt>
                <c:pt idx="363">
                  <c:v>0.648</c:v>
                </c:pt>
                <c:pt idx="364">
                  <c:v>0.192</c:v>
                </c:pt>
                <c:pt idx="365">
                  <c:v>0.301</c:v>
                </c:pt>
                <c:pt idx="366">
                  <c:v>0.157</c:v>
                </c:pt>
                <c:pt idx="367">
                  <c:v>0.129</c:v>
                </c:pt>
                <c:pt idx="368">
                  <c:v>0.145</c:v>
                </c:pt>
                <c:pt idx="369">
                  <c:v>0.148</c:v>
                </c:pt>
                <c:pt idx="370">
                  <c:v>0.301</c:v>
                </c:pt>
                <c:pt idx="371">
                  <c:v>0.308</c:v>
                </c:pt>
                <c:pt idx="372">
                  <c:v>0.195</c:v>
                </c:pt>
                <c:pt idx="373">
                  <c:v>0.681</c:v>
                </c:pt>
                <c:pt idx="374">
                  <c:v>0.263</c:v>
                </c:pt>
                <c:pt idx="375">
                  <c:v>0.19</c:v>
                </c:pt>
                <c:pt idx="376">
                  <c:v>0.132</c:v>
                </c:pt>
                <c:pt idx="377">
                  <c:v>0.35</c:v>
                </c:pt>
                <c:pt idx="378">
                  <c:v>0.238</c:v>
                </c:pt>
                <c:pt idx="379">
                  <c:v>0.575</c:v>
                </c:pt>
                <c:pt idx="380">
                  <c:v>0.157</c:v>
                </c:pt>
                <c:pt idx="381">
                  <c:v>0.217</c:v>
                </c:pt>
                <c:pt idx="382">
                  <c:v>0.244</c:v>
                </c:pt>
                <c:pt idx="383">
                  <c:v>0.167</c:v>
                </c:pt>
                <c:pt idx="384">
                  <c:v>0.243</c:v>
                </c:pt>
                <c:pt idx="385">
                  <c:v>0.382</c:v>
                </c:pt>
                <c:pt idx="386">
                  <c:v>0.705</c:v>
                </c:pt>
                <c:pt idx="387">
                  <c:v>0.192</c:v>
                </c:pt>
                <c:pt idx="388">
                  <c:v>0.104</c:v>
                </c:pt>
                <c:pt idx="389">
                  <c:v>0.454</c:v>
                </c:pt>
                <c:pt idx="390">
                  <c:v>0.107</c:v>
                </c:pt>
                <c:pt idx="391">
                  <c:v>0.345</c:v>
                </c:pt>
                <c:pt idx="392">
                  <c:v>0.167</c:v>
                </c:pt>
                <c:pt idx="393">
                  <c:v>0.535</c:v>
                </c:pt>
                <c:pt idx="394">
                  <c:v>0.145</c:v>
                </c:pt>
                <c:pt idx="395">
                  <c:v>0.175</c:v>
                </c:pt>
                <c:pt idx="396">
                  <c:v>0.363</c:v>
                </c:pt>
                <c:pt idx="397">
                  <c:v>0.301</c:v>
                </c:pt>
                <c:pt idx="398">
                  <c:v>0.171</c:v>
                </c:pt>
                <c:pt idx="399">
                  <c:v>0.327</c:v>
                </c:pt>
                <c:pt idx="400">
                  <c:v>0.696</c:v>
                </c:pt>
                <c:pt idx="401">
                  <c:v>0.181</c:v>
                </c:pt>
                <c:pt idx="402">
                  <c:v>0.344</c:v>
                </c:pt>
                <c:pt idx="403">
                  <c:v>0.14</c:v>
                </c:pt>
                <c:pt idx="404">
                  <c:v>0.667</c:v>
                </c:pt>
                <c:pt idx="405">
                  <c:v>0.21</c:v>
                </c:pt>
                <c:pt idx="406">
                  <c:v>0.499</c:v>
                </c:pt>
                <c:pt idx="407">
                  <c:v>0.274</c:v>
                </c:pt>
                <c:pt idx="408">
                  <c:v>0.249</c:v>
                </c:pt>
                <c:pt idx="409">
                  <c:v>0.357</c:v>
                </c:pt>
                <c:pt idx="410">
                  <c:v>0.168</c:v>
                </c:pt>
                <c:pt idx="411">
                  <c:v>0.305</c:v>
                </c:pt>
                <c:pt idx="412">
                  <c:v>0.197</c:v>
                </c:pt>
                <c:pt idx="413">
                  <c:v>0.119</c:v>
                </c:pt>
                <c:pt idx="414">
                  <c:v>0.674</c:v>
                </c:pt>
                <c:pt idx="415">
                  <c:v>0.199</c:v>
                </c:pt>
                <c:pt idx="416">
                  <c:v>0.386</c:v>
                </c:pt>
                <c:pt idx="417">
                  <c:v>0.133</c:v>
                </c:pt>
                <c:pt idx="418">
                  <c:v>0.759</c:v>
                </c:pt>
                <c:pt idx="419">
                  <c:v>0.178</c:v>
                </c:pt>
                <c:pt idx="420">
                  <c:v>0.166</c:v>
                </c:pt>
                <c:pt idx="421">
                  <c:v>0.62</c:v>
                </c:pt>
                <c:pt idx="422">
                  <c:v>0.381</c:v>
                </c:pt>
                <c:pt idx="423">
                  <c:v>0.414</c:v>
                </c:pt>
                <c:pt idx="424">
                  <c:v>0.463</c:v>
                </c:pt>
                <c:pt idx="425">
                  <c:v>0.169</c:v>
                </c:pt>
                <c:pt idx="426">
                  <c:v>0.258</c:v>
                </c:pt>
                <c:pt idx="427">
                  <c:v>0.149</c:v>
                </c:pt>
                <c:pt idx="428">
                  <c:v>0.189</c:v>
                </c:pt>
                <c:pt idx="429">
                  <c:v>0.345</c:v>
                </c:pt>
                <c:pt idx="430">
                  <c:v>0.485</c:v>
                </c:pt>
                <c:pt idx="431">
                  <c:v>0.129</c:v>
                </c:pt>
                <c:pt idx="432">
                  <c:v>0.143</c:v>
                </c:pt>
                <c:pt idx="433">
                  <c:v>0.119</c:v>
                </c:pt>
                <c:pt idx="434">
                  <c:v>0.729</c:v>
                </c:pt>
                <c:pt idx="435">
                  <c:v>0.308</c:v>
                </c:pt>
                <c:pt idx="436">
                  <c:v>0.15</c:v>
                </c:pt>
                <c:pt idx="437">
                  <c:v>0.297</c:v>
                </c:pt>
                <c:pt idx="438">
                  <c:v>0.116</c:v>
                </c:pt>
                <c:pt idx="439">
                  <c:v>0.123</c:v>
                </c:pt>
                <c:pt idx="440">
                  <c:v>0.318</c:v>
                </c:pt>
                <c:pt idx="441">
                  <c:v>0.786</c:v>
                </c:pt>
                <c:pt idx="442">
                  <c:v>0.201</c:v>
                </c:pt>
                <c:pt idx="443">
                  <c:v>0.191</c:v>
                </c:pt>
                <c:pt idx="444">
                  <c:v>0.274</c:v>
                </c:pt>
                <c:pt idx="445">
                  <c:v>0.15</c:v>
                </c:pt>
                <c:pt idx="446">
                  <c:v>0.402</c:v>
                </c:pt>
                <c:pt idx="447">
                  <c:v>0.489</c:v>
                </c:pt>
                <c:pt idx="448">
                  <c:v>0.295</c:v>
                </c:pt>
                <c:pt idx="449">
                  <c:v>0.714</c:v>
                </c:pt>
                <c:pt idx="450">
                  <c:v>0.432</c:v>
                </c:pt>
                <c:pt idx="451">
                  <c:v>0.382</c:v>
                </c:pt>
                <c:pt idx="452">
                  <c:v>0.766</c:v>
                </c:pt>
                <c:pt idx="453">
                  <c:v>0.189</c:v>
                </c:pt>
                <c:pt idx="454">
                  <c:v>0.632</c:v>
                </c:pt>
                <c:pt idx="455">
                  <c:v>0.792</c:v>
                </c:pt>
                <c:pt idx="456">
                  <c:v>0.12</c:v>
                </c:pt>
                <c:pt idx="457">
                  <c:v>0.54</c:v>
                </c:pt>
                <c:pt idx="458">
                  <c:v>0.256</c:v>
                </c:pt>
                <c:pt idx="459">
                  <c:v>0.307</c:v>
                </c:pt>
                <c:pt idx="460">
                  <c:v>0.186</c:v>
                </c:pt>
                <c:pt idx="461">
                  <c:v>0.203</c:v>
                </c:pt>
                <c:pt idx="462">
                  <c:v>0.107</c:v>
                </c:pt>
                <c:pt idx="463">
                  <c:v>0.516</c:v>
                </c:pt>
                <c:pt idx="464">
                  <c:v>0.105</c:v>
                </c:pt>
                <c:pt idx="465">
                  <c:v>0.17</c:v>
                </c:pt>
                <c:pt idx="466">
                  <c:v>0.319</c:v>
                </c:pt>
                <c:pt idx="467">
                  <c:v>0.75</c:v>
                </c:pt>
                <c:pt idx="468">
                  <c:v>0.547</c:v>
                </c:pt>
                <c:pt idx="469">
                  <c:v>0.478</c:v>
                </c:pt>
                <c:pt idx="470">
                  <c:v>0.152</c:v>
                </c:pt>
                <c:pt idx="471">
                  <c:v>0.755</c:v>
                </c:pt>
                <c:pt idx="472">
                  <c:v>0.106</c:v>
                </c:pt>
                <c:pt idx="473">
                  <c:v>0.359</c:v>
                </c:pt>
                <c:pt idx="474">
                  <c:v>0.331</c:v>
                </c:pt>
                <c:pt idx="475">
                  <c:v>0.385</c:v>
                </c:pt>
                <c:pt idx="476">
                  <c:v>0.431</c:v>
                </c:pt>
                <c:pt idx="477">
                  <c:v>0.284</c:v>
                </c:pt>
                <c:pt idx="478">
                  <c:v>0.46</c:v>
                </c:pt>
                <c:pt idx="479">
                  <c:v>0.491</c:v>
                </c:pt>
                <c:pt idx="480">
                  <c:v>0.184</c:v>
                </c:pt>
                <c:pt idx="481">
                  <c:v>0.35</c:v>
                </c:pt>
                <c:pt idx="482">
                  <c:v>0.767</c:v>
                </c:pt>
                <c:pt idx="483">
                  <c:v>0.402</c:v>
                </c:pt>
                <c:pt idx="484">
                  <c:v>0.164</c:v>
                </c:pt>
                <c:pt idx="485">
                  <c:v>0.634</c:v>
                </c:pt>
                <c:pt idx="486">
                  <c:v>0.614</c:v>
                </c:pt>
                <c:pt idx="487">
                  <c:v>0.475</c:v>
                </c:pt>
                <c:pt idx="488">
                  <c:v>0.254</c:v>
                </c:pt>
                <c:pt idx="489">
                  <c:v>0.683</c:v>
                </c:pt>
                <c:pt idx="490">
                  <c:v>0.143</c:v>
                </c:pt>
                <c:pt idx="491">
                  <c:v>0.721</c:v>
                </c:pt>
                <c:pt idx="492">
                  <c:v>0.157</c:v>
                </c:pt>
                <c:pt idx="493">
                  <c:v>0.668</c:v>
                </c:pt>
                <c:pt idx="494">
                  <c:v>0.264</c:v>
                </c:pt>
                <c:pt idx="495">
                  <c:v>0.574</c:v>
                </c:pt>
                <c:pt idx="496">
                  <c:v>0.241</c:v>
                </c:pt>
                <c:pt idx="497">
                  <c:v>0.241</c:v>
                </c:pt>
                <c:pt idx="498">
                  <c:v>0.259</c:v>
                </c:pt>
                <c:pt idx="499">
                  <c:v>0.172</c:v>
                </c:pt>
                <c:pt idx="500">
                  <c:v>0.198</c:v>
                </c:pt>
                <c:pt idx="501">
                  <c:v>0.296</c:v>
                </c:pt>
                <c:pt idx="502">
                  <c:v>0.666</c:v>
                </c:pt>
                <c:pt idx="503">
                  <c:v>0.624</c:v>
                </c:pt>
                <c:pt idx="504">
                  <c:v>0.455</c:v>
                </c:pt>
                <c:pt idx="505">
                  <c:v>0.118</c:v>
                </c:pt>
                <c:pt idx="506">
                  <c:v>0.305</c:v>
                </c:pt>
                <c:pt idx="507">
                  <c:v>0.443</c:v>
                </c:pt>
                <c:pt idx="508">
                  <c:v>0.144</c:v>
                </c:pt>
                <c:pt idx="509">
                  <c:v>0.145</c:v>
                </c:pt>
                <c:pt idx="510">
                  <c:v>0.151</c:v>
                </c:pt>
                <c:pt idx="511">
                  <c:v>0.102</c:v>
                </c:pt>
                <c:pt idx="512">
                  <c:v>0.302</c:v>
                </c:pt>
                <c:pt idx="513">
                  <c:v>0.137</c:v>
                </c:pt>
                <c:pt idx="514">
                  <c:v>0.677</c:v>
                </c:pt>
                <c:pt idx="515">
                  <c:v>0.669</c:v>
                </c:pt>
                <c:pt idx="516">
                  <c:v>0.54</c:v>
                </c:pt>
                <c:pt idx="517">
                  <c:v>0.27</c:v>
                </c:pt>
                <c:pt idx="518">
                  <c:v>0.648</c:v>
                </c:pt>
                <c:pt idx="519">
                  <c:v>0.169</c:v>
                </c:pt>
                <c:pt idx="520">
                  <c:v>0.346</c:v>
                </c:pt>
                <c:pt idx="521">
                  <c:v>0.169</c:v>
                </c:pt>
                <c:pt idx="522">
                  <c:v>0.124</c:v>
                </c:pt>
                <c:pt idx="523">
                  <c:v>0.247</c:v>
                </c:pt>
                <c:pt idx="524">
                  <c:v>0.311</c:v>
                </c:pt>
                <c:pt idx="525">
                  <c:v>0.223</c:v>
                </c:pt>
                <c:pt idx="526">
                  <c:v>0.291</c:v>
                </c:pt>
                <c:pt idx="527">
                  <c:v>0.103</c:v>
                </c:pt>
                <c:pt idx="528">
                  <c:v>0.632</c:v>
                </c:pt>
                <c:pt idx="529">
                  <c:v>0.539</c:v>
                </c:pt>
                <c:pt idx="530">
                  <c:v>0.258</c:v>
                </c:pt>
                <c:pt idx="531">
                  <c:v>0.503</c:v>
                </c:pt>
                <c:pt idx="532">
                  <c:v>0.167</c:v>
                </c:pt>
                <c:pt idx="533">
                  <c:v>0.188</c:v>
                </c:pt>
                <c:pt idx="534">
                  <c:v>0.135</c:v>
                </c:pt>
                <c:pt idx="535">
                  <c:v>0.131</c:v>
                </c:pt>
                <c:pt idx="536">
                  <c:v>0.114</c:v>
                </c:pt>
                <c:pt idx="537">
                  <c:v>0.247</c:v>
                </c:pt>
                <c:pt idx="538">
                  <c:v>0.636</c:v>
                </c:pt>
                <c:pt idx="539">
                  <c:v>0.108</c:v>
                </c:pt>
                <c:pt idx="540">
                  <c:v>0.486</c:v>
                </c:pt>
                <c:pt idx="541">
                  <c:v>0.128</c:v>
                </c:pt>
                <c:pt idx="542">
                  <c:v>0.427</c:v>
                </c:pt>
                <c:pt idx="543">
                  <c:v>0.147</c:v>
                </c:pt>
                <c:pt idx="544">
                  <c:v>0.547</c:v>
                </c:pt>
                <c:pt idx="545">
                  <c:v>0.256</c:v>
                </c:pt>
                <c:pt idx="546">
                  <c:v>0.577</c:v>
                </c:pt>
                <c:pt idx="547">
                  <c:v>0.742</c:v>
                </c:pt>
                <c:pt idx="548">
                  <c:v>0.742</c:v>
                </c:pt>
                <c:pt idx="549">
                  <c:v>0.469</c:v>
                </c:pt>
                <c:pt idx="550">
                  <c:v>0.427</c:v>
                </c:pt>
                <c:pt idx="551">
                  <c:v>0.208</c:v>
                </c:pt>
                <c:pt idx="552">
                  <c:v>0.316</c:v>
                </c:pt>
                <c:pt idx="553">
                  <c:v>0.335</c:v>
                </c:pt>
                <c:pt idx="554">
                  <c:v>0.701</c:v>
                </c:pt>
                <c:pt idx="555">
                  <c:v>0.103</c:v>
                </c:pt>
                <c:pt idx="556">
                  <c:v>0.539</c:v>
                </c:pt>
                <c:pt idx="557">
                  <c:v>0.535</c:v>
                </c:pt>
                <c:pt idx="558">
                  <c:v>0.203</c:v>
                </c:pt>
                <c:pt idx="559">
                  <c:v>0.551</c:v>
                </c:pt>
                <c:pt idx="560">
                  <c:v>0.28</c:v>
                </c:pt>
                <c:pt idx="561">
                  <c:v>0.143</c:v>
                </c:pt>
                <c:pt idx="562">
                  <c:v>0.257</c:v>
                </c:pt>
                <c:pt idx="563">
                  <c:v>0.591</c:v>
                </c:pt>
                <c:pt idx="564">
                  <c:v>0.793</c:v>
                </c:pt>
                <c:pt idx="565">
                  <c:v>0.141</c:v>
                </c:pt>
                <c:pt idx="566">
                  <c:v>0.101</c:v>
                </c:pt>
                <c:pt idx="567">
                  <c:v>0.24</c:v>
                </c:pt>
                <c:pt idx="568">
                  <c:v>0.417</c:v>
                </c:pt>
                <c:pt idx="569">
                  <c:v>0.479</c:v>
                </c:pt>
                <c:pt idx="570">
                  <c:v>0.673</c:v>
                </c:pt>
                <c:pt idx="571">
                  <c:v>0.104</c:v>
                </c:pt>
                <c:pt idx="572">
                  <c:v>0.423</c:v>
                </c:pt>
                <c:pt idx="573">
                  <c:v>0.27</c:v>
                </c:pt>
                <c:pt idx="574">
                  <c:v>0.126</c:v>
                </c:pt>
                <c:pt idx="575">
                  <c:v>0.106</c:v>
                </c:pt>
                <c:pt idx="576">
                  <c:v>0.343</c:v>
                </c:pt>
                <c:pt idx="577">
                  <c:v>0.323</c:v>
                </c:pt>
                <c:pt idx="578">
                  <c:v>0.316</c:v>
                </c:pt>
                <c:pt idx="579">
                  <c:v>0.104</c:v>
                </c:pt>
                <c:pt idx="580">
                  <c:v>0.487</c:v>
                </c:pt>
                <c:pt idx="581">
                  <c:v>0.213</c:v>
                </c:pt>
                <c:pt idx="582">
                  <c:v>0.681</c:v>
                </c:pt>
                <c:pt idx="583">
                  <c:v>0.146</c:v>
                </c:pt>
                <c:pt idx="584">
                  <c:v>0.258</c:v>
                </c:pt>
                <c:pt idx="585">
                  <c:v>0.177</c:v>
                </c:pt>
                <c:pt idx="586">
                  <c:v>0.254</c:v>
                </c:pt>
                <c:pt idx="587">
                  <c:v>0.196</c:v>
                </c:pt>
                <c:pt idx="588">
                  <c:v>0.135</c:v>
                </c:pt>
                <c:pt idx="589">
                  <c:v>0.278</c:v>
                </c:pt>
                <c:pt idx="590">
                  <c:v>0.553</c:v>
                </c:pt>
                <c:pt idx="591">
                  <c:v>0.144</c:v>
                </c:pt>
                <c:pt idx="592">
                  <c:v>0.187</c:v>
                </c:pt>
                <c:pt idx="593">
                  <c:v>0.286</c:v>
                </c:pt>
                <c:pt idx="594">
                  <c:v>0.161</c:v>
                </c:pt>
                <c:pt idx="595">
                  <c:v>0.185</c:v>
                </c:pt>
                <c:pt idx="596">
                  <c:v>0.212</c:v>
                </c:pt>
                <c:pt idx="597">
                  <c:v>0.529</c:v>
                </c:pt>
                <c:pt idx="598">
                  <c:v>0.153</c:v>
                </c:pt>
                <c:pt idx="599">
                  <c:v>0.402</c:v>
                </c:pt>
                <c:pt idx="600">
                  <c:v>0.788</c:v>
                </c:pt>
                <c:pt idx="601">
                  <c:v>0.143</c:v>
                </c:pt>
                <c:pt idx="602">
                  <c:v>0.529</c:v>
                </c:pt>
                <c:pt idx="603">
                  <c:v>0.505</c:v>
                </c:pt>
                <c:pt idx="604">
                  <c:v>0.171</c:v>
                </c:pt>
                <c:pt idx="605">
                  <c:v>0.315</c:v>
                </c:pt>
                <c:pt idx="606">
                  <c:v>0.392</c:v>
                </c:pt>
                <c:pt idx="607">
                  <c:v>0.244</c:v>
                </c:pt>
                <c:pt idx="608">
                  <c:v>0.749</c:v>
                </c:pt>
                <c:pt idx="609">
                  <c:v>0.578</c:v>
                </c:pt>
                <c:pt idx="610">
                  <c:v>0.444</c:v>
                </c:pt>
                <c:pt idx="611">
                  <c:v>0.702</c:v>
                </c:pt>
                <c:pt idx="612">
                  <c:v>0.13</c:v>
                </c:pt>
                <c:pt idx="613">
                  <c:v>0.124</c:v>
                </c:pt>
                <c:pt idx="614">
                  <c:v>0.122</c:v>
                </c:pt>
                <c:pt idx="615">
                  <c:v>0.151</c:v>
                </c:pt>
                <c:pt idx="616">
                  <c:v>0.259</c:v>
                </c:pt>
                <c:pt idx="617">
                  <c:v>0.146</c:v>
                </c:pt>
                <c:pt idx="618">
                  <c:v>0.203</c:v>
                </c:pt>
                <c:pt idx="619">
                  <c:v>0.101</c:v>
                </c:pt>
                <c:pt idx="620">
                  <c:v>0.192</c:v>
                </c:pt>
                <c:pt idx="621">
                  <c:v>0.209</c:v>
                </c:pt>
                <c:pt idx="622">
                  <c:v>0.164</c:v>
                </c:pt>
                <c:pt idx="623">
                  <c:v>0.623</c:v>
                </c:pt>
                <c:pt idx="624">
                  <c:v>0.12</c:v>
                </c:pt>
                <c:pt idx="625">
                  <c:v>0.189</c:v>
                </c:pt>
                <c:pt idx="626">
                  <c:v>0.246</c:v>
                </c:pt>
                <c:pt idx="627">
                  <c:v>0.14</c:v>
                </c:pt>
                <c:pt idx="628">
                  <c:v>0.134</c:v>
                </c:pt>
                <c:pt idx="629">
                  <c:v>0.399</c:v>
                </c:pt>
                <c:pt idx="630">
                  <c:v>0.567</c:v>
                </c:pt>
                <c:pt idx="631">
                  <c:v>0.114</c:v>
                </c:pt>
                <c:pt idx="632">
                  <c:v>0.563</c:v>
                </c:pt>
                <c:pt idx="633">
                  <c:v>0.76</c:v>
                </c:pt>
                <c:pt idx="634">
                  <c:v>0.176</c:v>
                </c:pt>
                <c:pt idx="635">
                  <c:v>0.359</c:v>
                </c:pt>
                <c:pt idx="636">
                  <c:v>0.175</c:v>
                </c:pt>
                <c:pt idx="637">
                  <c:v>0.788</c:v>
                </c:pt>
                <c:pt idx="638">
                  <c:v>0.229</c:v>
                </c:pt>
                <c:pt idx="639">
                  <c:v>0.112</c:v>
                </c:pt>
                <c:pt idx="640">
                  <c:v>0.167</c:v>
                </c:pt>
                <c:pt idx="641">
                  <c:v>0.765</c:v>
                </c:pt>
                <c:pt idx="642">
                  <c:v>0.317</c:v>
                </c:pt>
                <c:pt idx="643">
                  <c:v>0.493</c:v>
                </c:pt>
                <c:pt idx="644">
                  <c:v>0.157</c:v>
                </c:pt>
                <c:pt idx="645">
                  <c:v>0.213</c:v>
                </c:pt>
                <c:pt idx="646">
                  <c:v>0.399</c:v>
                </c:pt>
                <c:pt idx="647">
                  <c:v>0.349</c:v>
                </c:pt>
                <c:pt idx="648">
                  <c:v>0.109</c:v>
                </c:pt>
                <c:pt idx="649">
                  <c:v>0.778</c:v>
                </c:pt>
                <c:pt idx="650">
                  <c:v>0.551</c:v>
                </c:pt>
                <c:pt idx="651">
                  <c:v>0.173</c:v>
                </c:pt>
                <c:pt idx="652">
                  <c:v>0.227</c:v>
                </c:pt>
                <c:pt idx="653">
                  <c:v>0.519</c:v>
                </c:pt>
                <c:pt idx="654">
                  <c:v>0.325</c:v>
                </c:pt>
                <c:pt idx="655">
                  <c:v>0.728</c:v>
                </c:pt>
                <c:pt idx="656">
                  <c:v>0.362</c:v>
                </c:pt>
                <c:pt idx="657">
                  <c:v>0.126</c:v>
                </c:pt>
                <c:pt idx="658">
                  <c:v>0.643</c:v>
                </c:pt>
                <c:pt idx="659">
                  <c:v>0.738</c:v>
                </c:pt>
                <c:pt idx="660">
                  <c:v>0.107</c:v>
                </c:pt>
                <c:pt idx="661">
                  <c:v>0.221</c:v>
                </c:pt>
                <c:pt idx="662">
                  <c:v>0.307</c:v>
                </c:pt>
                <c:pt idx="663">
                  <c:v>0.563</c:v>
                </c:pt>
                <c:pt idx="664">
                  <c:v>0.117</c:v>
                </c:pt>
                <c:pt idx="665">
                  <c:v>0.123</c:v>
                </c:pt>
                <c:pt idx="666">
                  <c:v>0.126</c:v>
                </c:pt>
                <c:pt idx="667">
                  <c:v>0.786</c:v>
                </c:pt>
                <c:pt idx="668">
                  <c:v>0.459</c:v>
                </c:pt>
                <c:pt idx="669">
                  <c:v>0.225</c:v>
                </c:pt>
                <c:pt idx="670">
                  <c:v>0.743</c:v>
                </c:pt>
                <c:pt idx="671">
                  <c:v>0.454</c:v>
                </c:pt>
                <c:pt idx="672">
                  <c:v>0.667</c:v>
                </c:pt>
                <c:pt idx="673">
                  <c:v>0.108</c:v>
                </c:pt>
                <c:pt idx="674">
                  <c:v>0.139</c:v>
                </c:pt>
                <c:pt idx="675">
                  <c:v>0.126</c:v>
                </c:pt>
                <c:pt idx="676">
                  <c:v>0.333</c:v>
                </c:pt>
                <c:pt idx="677">
                  <c:v>0.325</c:v>
                </c:pt>
                <c:pt idx="678">
                  <c:v>0.367</c:v>
                </c:pt>
                <c:pt idx="679">
                  <c:v>0.772</c:v>
                </c:pt>
                <c:pt idx="680">
                  <c:v>0.457</c:v>
                </c:pt>
                <c:pt idx="681">
                  <c:v>0.563</c:v>
                </c:pt>
                <c:pt idx="682">
                  <c:v>0.236</c:v>
                </c:pt>
                <c:pt idx="683">
                  <c:v>0.133</c:v>
                </c:pt>
                <c:pt idx="684">
                  <c:v>0.463</c:v>
                </c:pt>
                <c:pt idx="685">
                  <c:v>0.146</c:v>
                </c:pt>
                <c:pt idx="686">
                  <c:v>0.174</c:v>
                </c:pt>
                <c:pt idx="687">
                  <c:v>0.668</c:v>
                </c:pt>
                <c:pt idx="688">
                  <c:v>0.128</c:v>
                </c:pt>
                <c:pt idx="689">
                  <c:v>0.431</c:v>
                </c:pt>
                <c:pt idx="690">
                  <c:v>0.375</c:v>
                </c:pt>
                <c:pt idx="691">
                  <c:v>0.517</c:v>
                </c:pt>
                <c:pt idx="692">
                  <c:v>0.255</c:v>
                </c:pt>
                <c:pt idx="693">
                  <c:v>0.65</c:v>
                </c:pt>
                <c:pt idx="694">
                  <c:v>0.157</c:v>
                </c:pt>
                <c:pt idx="695">
                  <c:v>0.623</c:v>
                </c:pt>
                <c:pt idx="696">
                  <c:v>0.518</c:v>
                </c:pt>
                <c:pt idx="697">
                  <c:v>0.464</c:v>
                </c:pt>
                <c:pt idx="698">
                  <c:v>0.159</c:v>
                </c:pt>
                <c:pt idx="699">
                  <c:v>0.174</c:v>
                </c:pt>
                <c:pt idx="700">
                  <c:v>0.104</c:v>
                </c:pt>
                <c:pt idx="701">
                  <c:v>0.279</c:v>
                </c:pt>
                <c:pt idx="702">
                  <c:v>0.388</c:v>
                </c:pt>
                <c:pt idx="703">
                  <c:v>0.546</c:v>
                </c:pt>
                <c:pt idx="704">
                  <c:v>0.191</c:v>
                </c:pt>
                <c:pt idx="705">
                  <c:v>0.15</c:v>
                </c:pt>
                <c:pt idx="706">
                  <c:v>0.715</c:v>
                </c:pt>
                <c:pt idx="707">
                  <c:v>0.408</c:v>
                </c:pt>
                <c:pt idx="708">
                  <c:v>0.143</c:v>
                </c:pt>
                <c:pt idx="709">
                  <c:v>0.175</c:v>
                </c:pt>
                <c:pt idx="710">
                  <c:v>0.304</c:v>
                </c:pt>
                <c:pt idx="711">
                  <c:v>0.746</c:v>
                </c:pt>
                <c:pt idx="712">
                  <c:v>0.753</c:v>
                </c:pt>
                <c:pt idx="713">
                  <c:v>0.516</c:v>
                </c:pt>
                <c:pt idx="714">
                  <c:v>0.427</c:v>
                </c:pt>
                <c:pt idx="715">
                  <c:v>0.118</c:v>
                </c:pt>
                <c:pt idx="716">
                  <c:v>0.274</c:v>
                </c:pt>
                <c:pt idx="717">
                  <c:v>0.207</c:v>
                </c:pt>
                <c:pt idx="718">
                  <c:v>0.218</c:v>
                </c:pt>
                <c:pt idx="719">
                  <c:v>0.407</c:v>
                </c:pt>
                <c:pt idx="720">
                  <c:v>0.233</c:v>
                </c:pt>
                <c:pt idx="721">
                  <c:v>0.244</c:v>
                </c:pt>
                <c:pt idx="722">
                  <c:v>0.129</c:v>
                </c:pt>
                <c:pt idx="723">
                  <c:v>0.56</c:v>
                </c:pt>
                <c:pt idx="724">
                  <c:v>0.606</c:v>
                </c:pt>
                <c:pt idx="725">
                  <c:v>0.201</c:v>
                </c:pt>
                <c:pt idx="726">
                  <c:v>0.319</c:v>
                </c:pt>
                <c:pt idx="727">
                  <c:v>0.489</c:v>
                </c:pt>
                <c:pt idx="728">
                  <c:v>0.325</c:v>
                </c:pt>
                <c:pt idx="729">
                  <c:v>0.21</c:v>
                </c:pt>
                <c:pt idx="730">
                  <c:v>0.128</c:v>
                </c:pt>
                <c:pt idx="731">
                  <c:v>0.108</c:v>
                </c:pt>
                <c:pt idx="732">
                  <c:v>0.182</c:v>
                </c:pt>
                <c:pt idx="733">
                  <c:v>0.356</c:v>
                </c:pt>
                <c:pt idx="734">
                  <c:v>0.175</c:v>
                </c:pt>
                <c:pt idx="735">
                  <c:v>0.404</c:v>
                </c:pt>
                <c:pt idx="736">
                  <c:v>0.43</c:v>
                </c:pt>
                <c:pt idx="737">
                  <c:v>0.634</c:v>
                </c:pt>
                <c:pt idx="738">
                  <c:v>0.438</c:v>
                </c:pt>
                <c:pt idx="739">
                  <c:v>0.331</c:v>
                </c:pt>
                <c:pt idx="740">
                  <c:v>0.254</c:v>
                </c:pt>
                <c:pt idx="741">
                  <c:v>0.329</c:v>
                </c:pt>
                <c:pt idx="742">
                  <c:v>0.222</c:v>
                </c:pt>
                <c:pt idx="743">
                  <c:v>0.144</c:v>
                </c:pt>
                <c:pt idx="744">
                  <c:v>0.139</c:v>
                </c:pt>
                <c:pt idx="745">
                  <c:v>0.363</c:v>
                </c:pt>
                <c:pt idx="746">
                  <c:v>0.323</c:v>
                </c:pt>
                <c:pt idx="747">
                  <c:v>0.295</c:v>
                </c:pt>
                <c:pt idx="748">
                  <c:v>0.211</c:v>
                </c:pt>
                <c:pt idx="749">
                  <c:v>0.144</c:v>
                </c:pt>
                <c:pt idx="750">
                  <c:v>0.216</c:v>
                </c:pt>
                <c:pt idx="751">
                  <c:v>0.116</c:v>
                </c:pt>
                <c:pt idx="752">
                  <c:v>0.515</c:v>
                </c:pt>
                <c:pt idx="753">
                  <c:v>0.261</c:v>
                </c:pt>
                <c:pt idx="754">
                  <c:v>0.617</c:v>
                </c:pt>
                <c:pt idx="755">
                  <c:v>0.502</c:v>
                </c:pt>
                <c:pt idx="756">
                  <c:v>0.465</c:v>
                </c:pt>
                <c:pt idx="757">
                  <c:v>0.113</c:v>
                </c:pt>
                <c:pt idx="758">
                  <c:v>0.116</c:v>
                </c:pt>
                <c:pt idx="759">
                  <c:v>0.503</c:v>
                </c:pt>
                <c:pt idx="760">
                  <c:v>0.763</c:v>
                </c:pt>
                <c:pt idx="761">
                  <c:v>0.139</c:v>
                </c:pt>
                <c:pt idx="762">
                  <c:v>0.117</c:v>
                </c:pt>
                <c:pt idx="763">
                  <c:v>0.476</c:v>
                </c:pt>
                <c:pt idx="764">
                  <c:v>0.667</c:v>
                </c:pt>
                <c:pt idx="765">
                  <c:v>0.284</c:v>
                </c:pt>
                <c:pt idx="766">
                  <c:v>0.184</c:v>
                </c:pt>
                <c:pt idx="767">
                  <c:v>0.241</c:v>
                </c:pt>
                <c:pt idx="768">
                  <c:v>0.247</c:v>
                </c:pt>
                <c:pt idx="769">
                  <c:v>0.443</c:v>
                </c:pt>
                <c:pt idx="770">
                  <c:v>0.758</c:v>
                </c:pt>
                <c:pt idx="771">
                  <c:v>0.183</c:v>
                </c:pt>
                <c:pt idx="772">
                  <c:v>0.355</c:v>
                </c:pt>
                <c:pt idx="773">
                  <c:v>0.23</c:v>
                </c:pt>
                <c:pt idx="774">
                  <c:v>0.109</c:v>
                </c:pt>
                <c:pt idx="775">
                  <c:v>0.303</c:v>
                </c:pt>
                <c:pt idx="776">
                  <c:v>0.107</c:v>
                </c:pt>
                <c:pt idx="777">
                  <c:v>0.186</c:v>
                </c:pt>
                <c:pt idx="778">
                  <c:v>0.284</c:v>
                </c:pt>
                <c:pt idx="779">
                  <c:v>0.219</c:v>
                </c:pt>
                <c:pt idx="780">
                  <c:v>0.159</c:v>
                </c:pt>
                <c:pt idx="781">
                  <c:v>0.296</c:v>
                </c:pt>
                <c:pt idx="782">
                  <c:v>0.622</c:v>
                </c:pt>
                <c:pt idx="783">
                  <c:v>0.209</c:v>
                </c:pt>
                <c:pt idx="784">
                  <c:v>0.316</c:v>
                </c:pt>
                <c:pt idx="785">
                  <c:v>0.24</c:v>
                </c:pt>
                <c:pt idx="786">
                  <c:v>0.109</c:v>
                </c:pt>
                <c:pt idx="787">
                  <c:v>0.793</c:v>
                </c:pt>
                <c:pt idx="788">
                  <c:v>0.178</c:v>
                </c:pt>
                <c:pt idx="789">
                  <c:v>0.171</c:v>
                </c:pt>
                <c:pt idx="790">
                  <c:v>0.146</c:v>
                </c:pt>
                <c:pt idx="791">
                  <c:v>0.346</c:v>
                </c:pt>
                <c:pt idx="792">
                  <c:v>0.143</c:v>
                </c:pt>
                <c:pt idx="793">
                  <c:v>0.245</c:v>
                </c:pt>
                <c:pt idx="794">
                  <c:v>0.537</c:v>
                </c:pt>
                <c:pt idx="795">
                  <c:v>0.118</c:v>
                </c:pt>
                <c:pt idx="796">
                  <c:v>0.387</c:v>
                </c:pt>
                <c:pt idx="797">
                  <c:v>0.293</c:v>
                </c:pt>
                <c:pt idx="798">
                  <c:v>0.599</c:v>
                </c:pt>
                <c:pt idx="799">
                  <c:v>0.367</c:v>
                </c:pt>
                <c:pt idx="800">
                  <c:v>0.468</c:v>
                </c:pt>
                <c:pt idx="801">
                  <c:v>0.213</c:v>
                </c:pt>
                <c:pt idx="802">
                  <c:v>0.17</c:v>
                </c:pt>
                <c:pt idx="803">
                  <c:v>0.504</c:v>
                </c:pt>
                <c:pt idx="804">
                  <c:v>0.111</c:v>
                </c:pt>
                <c:pt idx="805">
                  <c:v>0.212</c:v>
                </c:pt>
                <c:pt idx="806">
                  <c:v>0.296</c:v>
                </c:pt>
                <c:pt idx="807">
                  <c:v>0.185</c:v>
                </c:pt>
                <c:pt idx="808">
                  <c:v>0.106</c:v>
                </c:pt>
                <c:pt idx="809">
                  <c:v>0.108</c:v>
                </c:pt>
                <c:pt idx="810">
                  <c:v>0.135</c:v>
                </c:pt>
                <c:pt idx="811">
                  <c:v>0.11</c:v>
                </c:pt>
                <c:pt idx="812">
                  <c:v>0.393</c:v>
                </c:pt>
                <c:pt idx="813">
                  <c:v>0.109</c:v>
                </c:pt>
                <c:pt idx="814">
                  <c:v>0.488</c:v>
                </c:pt>
                <c:pt idx="815">
                  <c:v>0.116</c:v>
                </c:pt>
                <c:pt idx="816">
                  <c:v>0.175</c:v>
                </c:pt>
                <c:pt idx="817">
                  <c:v>0.175</c:v>
                </c:pt>
                <c:pt idx="818">
                  <c:v>0.749</c:v>
                </c:pt>
                <c:pt idx="819">
                  <c:v>0.268</c:v>
                </c:pt>
                <c:pt idx="820">
                  <c:v>0.776</c:v>
                </c:pt>
                <c:pt idx="821">
                  <c:v>0.503</c:v>
                </c:pt>
                <c:pt idx="822">
                  <c:v>0.214</c:v>
                </c:pt>
                <c:pt idx="823">
                  <c:v>0.182</c:v>
                </c:pt>
                <c:pt idx="824">
                  <c:v>0.101</c:v>
                </c:pt>
                <c:pt idx="825">
                  <c:v>0.392</c:v>
                </c:pt>
                <c:pt idx="826">
                  <c:v>0.178</c:v>
                </c:pt>
                <c:pt idx="827">
                  <c:v>0.117</c:v>
                </c:pt>
                <c:pt idx="828">
                  <c:v>0.75</c:v>
                </c:pt>
                <c:pt idx="829">
                  <c:v>0.157</c:v>
                </c:pt>
                <c:pt idx="830">
                  <c:v>0.592</c:v>
                </c:pt>
                <c:pt idx="831">
                  <c:v>0.201</c:v>
                </c:pt>
                <c:pt idx="832">
                  <c:v>0.233</c:v>
                </c:pt>
                <c:pt idx="833">
                  <c:v>0.774</c:v>
                </c:pt>
                <c:pt idx="834">
                  <c:v>0.205</c:v>
                </c:pt>
                <c:pt idx="835">
                  <c:v>0.701</c:v>
                </c:pt>
                <c:pt idx="836">
                  <c:v>0.143</c:v>
                </c:pt>
                <c:pt idx="837">
                  <c:v>0.536</c:v>
                </c:pt>
                <c:pt idx="838">
                  <c:v>0.784</c:v>
                </c:pt>
                <c:pt idx="839">
                  <c:v>0.134</c:v>
                </c:pt>
                <c:pt idx="840">
                  <c:v>0.469</c:v>
                </c:pt>
                <c:pt idx="841">
                  <c:v>0.402</c:v>
                </c:pt>
                <c:pt idx="842">
                  <c:v>0.395</c:v>
                </c:pt>
                <c:pt idx="843">
                  <c:v>0.359</c:v>
                </c:pt>
                <c:pt idx="844">
                  <c:v>0.124</c:v>
                </c:pt>
                <c:pt idx="845">
                  <c:v>0.604</c:v>
                </c:pt>
                <c:pt idx="846">
                  <c:v>0.123</c:v>
                </c:pt>
                <c:pt idx="847">
                  <c:v>0.198</c:v>
                </c:pt>
                <c:pt idx="848">
                  <c:v>0.536</c:v>
                </c:pt>
                <c:pt idx="849">
                  <c:v>0.271</c:v>
                </c:pt>
                <c:pt idx="850">
                  <c:v>0.364</c:v>
                </c:pt>
                <c:pt idx="851">
                  <c:v>0.36</c:v>
                </c:pt>
                <c:pt idx="852">
                  <c:v>0.523</c:v>
                </c:pt>
                <c:pt idx="853">
                  <c:v>0.711</c:v>
                </c:pt>
                <c:pt idx="854">
                  <c:v>0.327</c:v>
                </c:pt>
                <c:pt idx="855">
                  <c:v>0.306</c:v>
                </c:pt>
                <c:pt idx="856">
                  <c:v>0.147</c:v>
                </c:pt>
                <c:pt idx="857">
                  <c:v>0.381</c:v>
                </c:pt>
                <c:pt idx="858">
                  <c:v>0.132</c:v>
                </c:pt>
                <c:pt idx="859">
                  <c:v>0.394</c:v>
                </c:pt>
                <c:pt idx="860">
                  <c:v>0.115</c:v>
                </c:pt>
                <c:pt idx="861">
                  <c:v>0.409</c:v>
                </c:pt>
                <c:pt idx="862">
                  <c:v>0.625</c:v>
                </c:pt>
                <c:pt idx="863">
                  <c:v>0.457</c:v>
                </c:pt>
                <c:pt idx="864">
                  <c:v>0.45</c:v>
                </c:pt>
                <c:pt idx="865">
                  <c:v>0.176</c:v>
                </c:pt>
                <c:pt idx="866">
                  <c:v>0.185</c:v>
                </c:pt>
                <c:pt idx="867">
                  <c:v>0.183</c:v>
                </c:pt>
                <c:pt idx="868">
                  <c:v>0.594</c:v>
                </c:pt>
                <c:pt idx="869">
                  <c:v>0.251</c:v>
                </c:pt>
                <c:pt idx="870">
                  <c:v>0.617</c:v>
                </c:pt>
                <c:pt idx="871">
                  <c:v>0.547</c:v>
                </c:pt>
                <c:pt idx="872">
                  <c:v>0.563</c:v>
                </c:pt>
                <c:pt idx="873">
                  <c:v>0.234</c:v>
                </c:pt>
                <c:pt idx="874">
                  <c:v>0.332</c:v>
                </c:pt>
                <c:pt idx="875">
                  <c:v>0.105</c:v>
                </c:pt>
                <c:pt idx="876">
                  <c:v>0.114</c:v>
                </c:pt>
                <c:pt idx="877">
                  <c:v>0.61</c:v>
                </c:pt>
                <c:pt idx="878">
                  <c:v>0.144</c:v>
                </c:pt>
                <c:pt idx="879">
                  <c:v>0.187</c:v>
                </c:pt>
                <c:pt idx="880">
                  <c:v>0.196</c:v>
                </c:pt>
                <c:pt idx="881">
                  <c:v>0.555</c:v>
                </c:pt>
                <c:pt idx="882">
                  <c:v>0.58</c:v>
                </c:pt>
                <c:pt idx="883">
                  <c:v>0.235</c:v>
                </c:pt>
                <c:pt idx="884">
                  <c:v>0.305</c:v>
                </c:pt>
                <c:pt idx="885">
                  <c:v>0.154</c:v>
                </c:pt>
                <c:pt idx="886">
                  <c:v>0.13</c:v>
                </c:pt>
                <c:pt idx="887">
                  <c:v>0.434</c:v>
                </c:pt>
                <c:pt idx="888">
                  <c:v>0.117</c:v>
                </c:pt>
                <c:pt idx="889">
                  <c:v>0.144</c:v>
                </c:pt>
                <c:pt idx="890">
                  <c:v>0.702</c:v>
                </c:pt>
                <c:pt idx="891">
                  <c:v>0.452</c:v>
                </c:pt>
                <c:pt idx="892">
                  <c:v>0.216</c:v>
                </c:pt>
                <c:pt idx="893">
                  <c:v>0.179</c:v>
                </c:pt>
                <c:pt idx="894">
                  <c:v>0.718</c:v>
                </c:pt>
                <c:pt idx="895">
                  <c:v>0.161</c:v>
                </c:pt>
                <c:pt idx="896">
                  <c:v>0.22</c:v>
                </c:pt>
                <c:pt idx="897">
                  <c:v>0.164</c:v>
                </c:pt>
                <c:pt idx="898">
                  <c:v>0.526</c:v>
                </c:pt>
                <c:pt idx="899">
                  <c:v>0.569</c:v>
                </c:pt>
                <c:pt idx="900">
                  <c:v>0.168</c:v>
                </c:pt>
                <c:pt idx="901">
                  <c:v>0.227</c:v>
                </c:pt>
                <c:pt idx="902">
                  <c:v>0.423</c:v>
                </c:pt>
                <c:pt idx="903">
                  <c:v>0.355</c:v>
                </c:pt>
                <c:pt idx="904">
                  <c:v>0.109</c:v>
                </c:pt>
                <c:pt idx="905">
                  <c:v>0.134</c:v>
                </c:pt>
                <c:pt idx="906">
                  <c:v>0.291</c:v>
                </c:pt>
                <c:pt idx="907">
                  <c:v>0.268</c:v>
                </c:pt>
                <c:pt idx="908">
                  <c:v>0.129</c:v>
                </c:pt>
                <c:pt idx="909">
                  <c:v>0.217</c:v>
                </c:pt>
                <c:pt idx="910">
                  <c:v>0.476</c:v>
                </c:pt>
                <c:pt idx="911">
                  <c:v>0.25</c:v>
                </c:pt>
                <c:pt idx="912">
                  <c:v>0.586</c:v>
                </c:pt>
                <c:pt idx="913">
                  <c:v>0.107</c:v>
                </c:pt>
                <c:pt idx="914">
                  <c:v>0.435</c:v>
                </c:pt>
                <c:pt idx="915">
                  <c:v>0.195</c:v>
                </c:pt>
                <c:pt idx="916">
                  <c:v>0.24</c:v>
                </c:pt>
                <c:pt idx="917">
                  <c:v>0.156</c:v>
                </c:pt>
                <c:pt idx="918">
                  <c:v>0.11</c:v>
                </c:pt>
                <c:pt idx="919">
                  <c:v>0.364</c:v>
                </c:pt>
                <c:pt idx="920">
                  <c:v>0.213</c:v>
                </c:pt>
                <c:pt idx="921">
                  <c:v>0.422</c:v>
                </c:pt>
                <c:pt idx="922">
                  <c:v>0.103</c:v>
                </c:pt>
                <c:pt idx="923">
                  <c:v>0.484</c:v>
                </c:pt>
                <c:pt idx="924">
                  <c:v>0.266</c:v>
                </c:pt>
                <c:pt idx="925">
                  <c:v>0.11</c:v>
                </c:pt>
                <c:pt idx="926">
                  <c:v>0.43</c:v>
                </c:pt>
                <c:pt idx="927">
                  <c:v>0.439</c:v>
                </c:pt>
                <c:pt idx="928">
                  <c:v>0.393</c:v>
                </c:pt>
                <c:pt idx="929">
                  <c:v>0.44</c:v>
                </c:pt>
                <c:pt idx="930">
                  <c:v>0.261</c:v>
                </c:pt>
                <c:pt idx="931">
                  <c:v>0.212</c:v>
                </c:pt>
                <c:pt idx="932">
                  <c:v>0.282</c:v>
                </c:pt>
                <c:pt idx="933">
                  <c:v>0.115</c:v>
                </c:pt>
                <c:pt idx="934">
                  <c:v>0.108</c:v>
                </c:pt>
                <c:pt idx="935">
                  <c:v>0.18</c:v>
                </c:pt>
                <c:pt idx="936">
                  <c:v>0.314</c:v>
                </c:pt>
                <c:pt idx="937">
                  <c:v>0.196</c:v>
                </c:pt>
                <c:pt idx="938">
                  <c:v>0.168</c:v>
                </c:pt>
                <c:pt idx="939">
                  <c:v>0.134</c:v>
                </c:pt>
                <c:pt idx="940">
                  <c:v>0.592</c:v>
                </c:pt>
                <c:pt idx="941">
                  <c:v>0.114</c:v>
                </c:pt>
                <c:pt idx="942">
                  <c:v>0.768</c:v>
                </c:pt>
                <c:pt idx="943">
                  <c:v>0.178</c:v>
                </c:pt>
                <c:pt idx="944">
                  <c:v>0.121</c:v>
                </c:pt>
                <c:pt idx="945">
                  <c:v>0.421</c:v>
                </c:pt>
                <c:pt idx="946">
                  <c:v>0.424</c:v>
                </c:pt>
                <c:pt idx="947">
                  <c:v>0.586</c:v>
                </c:pt>
                <c:pt idx="948">
                  <c:v>0.102</c:v>
                </c:pt>
                <c:pt idx="949">
                  <c:v>0.134</c:v>
                </c:pt>
                <c:pt idx="950">
                  <c:v>0.219</c:v>
                </c:pt>
                <c:pt idx="951">
                  <c:v>0.136</c:v>
                </c:pt>
                <c:pt idx="952">
                  <c:v>0.587</c:v>
                </c:pt>
                <c:pt idx="953">
                  <c:v>0.228</c:v>
                </c:pt>
                <c:pt idx="954">
                  <c:v>0.208</c:v>
                </c:pt>
                <c:pt idx="955">
                  <c:v>0.152</c:v>
                </c:pt>
                <c:pt idx="956">
                  <c:v>0.439</c:v>
                </c:pt>
                <c:pt idx="957">
                  <c:v>0.424</c:v>
                </c:pt>
                <c:pt idx="958">
                  <c:v>0.717</c:v>
                </c:pt>
                <c:pt idx="959">
                  <c:v>0.232</c:v>
                </c:pt>
                <c:pt idx="960">
                  <c:v>0.41</c:v>
                </c:pt>
                <c:pt idx="961">
                  <c:v>0.489</c:v>
                </c:pt>
                <c:pt idx="962">
                  <c:v>0.463</c:v>
                </c:pt>
                <c:pt idx="963">
                  <c:v>0.407</c:v>
                </c:pt>
                <c:pt idx="964">
                  <c:v>0.72</c:v>
                </c:pt>
                <c:pt idx="965">
                  <c:v>0.166</c:v>
                </c:pt>
                <c:pt idx="966">
                  <c:v>0.328</c:v>
                </c:pt>
                <c:pt idx="967">
                  <c:v>0.111</c:v>
                </c:pt>
                <c:pt idx="968">
                  <c:v>0.104</c:v>
                </c:pt>
                <c:pt idx="969">
                  <c:v>0.241</c:v>
                </c:pt>
                <c:pt idx="970">
                  <c:v>0.459</c:v>
                </c:pt>
                <c:pt idx="971">
                  <c:v>0.189</c:v>
                </c:pt>
                <c:pt idx="972">
                  <c:v>0.12</c:v>
                </c:pt>
                <c:pt idx="973">
                  <c:v>0.353</c:v>
                </c:pt>
                <c:pt idx="974">
                  <c:v>0.338</c:v>
                </c:pt>
                <c:pt idx="975">
                  <c:v>0.741</c:v>
                </c:pt>
                <c:pt idx="976">
                  <c:v>0.594</c:v>
                </c:pt>
                <c:pt idx="977">
                  <c:v>0.161</c:v>
                </c:pt>
                <c:pt idx="978">
                  <c:v>0.309</c:v>
                </c:pt>
                <c:pt idx="979">
                  <c:v>0.759</c:v>
                </c:pt>
                <c:pt idx="980">
                  <c:v>0.237</c:v>
                </c:pt>
                <c:pt idx="981">
                  <c:v>0.151</c:v>
                </c:pt>
                <c:pt idx="982">
                  <c:v>0.225</c:v>
                </c:pt>
                <c:pt idx="983">
                  <c:v>0.521</c:v>
                </c:pt>
                <c:pt idx="984">
                  <c:v>0.34</c:v>
                </c:pt>
                <c:pt idx="985">
                  <c:v>0.112</c:v>
                </c:pt>
                <c:pt idx="986">
                  <c:v>0.251</c:v>
                </c:pt>
                <c:pt idx="987">
                  <c:v>0.212</c:v>
                </c:pt>
                <c:pt idx="988">
                  <c:v>0.405</c:v>
                </c:pt>
                <c:pt idx="989">
                  <c:v>0.172</c:v>
                </c:pt>
                <c:pt idx="990">
                  <c:v>0.583</c:v>
                </c:pt>
                <c:pt idx="991">
                  <c:v>0.478</c:v>
                </c:pt>
                <c:pt idx="992">
                  <c:v>0.11</c:v>
                </c:pt>
                <c:pt idx="993">
                  <c:v>0.193</c:v>
                </c:pt>
                <c:pt idx="994">
                  <c:v>0.278</c:v>
                </c:pt>
                <c:pt idx="995">
                  <c:v>0.175</c:v>
                </c:pt>
                <c:pt idx="996">
                  <c:v>0.188</c:v>
                </c:pt>
                <c:pt idx="997">
                  <c:v>0.701</c:v>
                </c:pt>
                <c:pt idx="998">
                  <c:v>0.247</c:v>
                </c:pt>
                <c:pt idx="999">
                  <c:v>0.105</c:v>
                </c:pt>
                <c:pt idx="1000">
                  <c:v>0.445</c:v>
                </c:pt>
                <c:pt idx="1001">
                  <c:v>0.107</c:v>
                </c:pt>
                <c:pt idx="1002">
                  <c:v>0.302</c:v>
                </c:pt>
                <c:pt idx="1003">
                  <c:v>0.102</c:v>
                </c:pt>
                <c:pt idx="1004">
                  <c:v>0.442</c:v>
                </c:pt>
                <c:pt idx="1005">
                  <c:v>0.218</c:v>
                </c:pt>
                <c:pt idx="1006">
                  <c:v>0.397</c:v>
                </c:pt>
                <c:pt idx="1007">
                  <c:v>0.392</c:v>
                </c:pt>
                <c:pt idx="1008">
                  <c:v>0.123</c:v>
                </c:pt>
                <c:pt idx="1009">
                  <c:v>0.218</c:v>
                </c:pt>
                <c:pt idx="1010">
                  <c:v>0.178</c:v>
                </c:pt>
                <c:pt idx="1011">
                  <c:v>0.31</c:v>
                </c:pt>
                <c:pt idx="1012">
                  <c:v>0.123</c:v>
                </c:pt>
                <c:pt idx="1013">
                  <c:v>0.11</c:v>
                </c:pt>
                <c:pt idx="1014">
                  <c:v>0.198</c:v>
                </c:pt>
                <c:pt idx="1015">
                  <c:v>0.78</c:v>
                </c:pt>
                <c:pt idx="1016">
                  <c:v>0.387</c:v>
                </c:pt>
                <c:pt idx="1017">
                  <c:v>0.194</c:v>
                </c:pt>
                <c:pt idx="1018">
                  <c:v>0.486</c:v>
                </c:pt>
                <c:pt idx="1019">
                  <c:v>0.569</c:v>
                </c:pt>
                <c:pt idx="1020">
                  <c:v>0.499</c:v>
                </c:pt>
                <c:pt idx="1021">
                  <c:v>0.325</c:v>
                </c:pt>
                <c:pt idx="1022">
                  <c:v>0.397</c:v>
                </c:pt>
                <c:pt idx="1023">
                  <c:v>0.156</c:v>
                </c:pt>
                <c:pt idx="1024">
                  <c:v>0.112</c:v>
                </c:pt>
                <c:pt idx="1025">
                  <c:v>0.209</c:v>
                </c:pt>
                <c:pt idx="1026">
                  <c:v>0.236</c:v>
                </c:pt>
                <c:pt idx="1027">
                  <c:v>0.203</c:v>
                </c:pt>
                <c:pt idx="1028">
                  <c:v>0.337</c:v>
                </c:pt>
                <c:pt idx="1029">
                  <c:v>0.184</c:v>
                </c:pt>
                <c:pt idx="1030">
                  <c:v>0.212</c:v>
                </c:pt>
                <c:pt idx="1031">
                  <c:v>0.122</c:v>
                </c:pt>
                <c:pt idx="1032">
                  <c:v>0.759</c:v>
                </c:pt>
                <c:pt idx="1033">
                  <c:v>0.108</c:v>
                </c:pt>
                <c:pt idx="1034">
                  <c:v>0.106</c:v>
                </c:pt>
                <c:pt idx="1035">
                  <c:v>0.161</c:v>
                </c:pt>
                <c:pt idx="1036">
                  <c:v>0.15</c:v>
                </c:pt>
                <c:pt idx="1037">
                  <c:v>0.139</c:v>
                </c:pt>
                <c:pt idx="1038">
                  <c:v>0.27</c:v>
                </c:pt>
                <c:pt idx="1039">
                  <c:v>0.5</c:v>
                </c:pt>
                <c:pt idx="1040">
                  <c:v>0.196</c:v>
                </c:pt>
                <c:pt idx="1041">
                  <c:v>0.731</c:v>
                </c:pt>
                <c:pt idx="1042">
                  <c:v>0.105</c:v>
                </c:pt>
                <c:pt idx="1043">
                  <c:v>0.121</c:v>
                </c:pt>
                <c:pt idx="1044">
                  <c:v>0.14</c:v>
                </c:pt>
                <c:pt idx="1045">
                  <c:v>0.153</c:v>
                </c:pt>
                <c:pt idx="1046">
                  <c:v>0.658</c:v>
                </c:pt>
                <c:pt idx="1047">
                  <c:v>0.464</c:v>
                </c:pt>
                <c:pt idx="1048">
                  <c:v>0.413</c:v>
                </c:pt>
                <c:pt idx="1049">
                  <c:v>0.45</c:v>
                </c:pt>
                <c:pt idx="1050">
                  <c:v>0.57</c:v>
                </c:pt>
                <c:pt idx="1051">
                  <c:v>0.247</c:v>
                </c:pt>
                <c:pt idx="1052">
                  <c:v>0.102</c:v>
                </c:pt>
                <c:pt idx="1053">
                  <c:v>0.252</c:v>
                </c:pt>
                <c:pt idx="1054">
                  <c:v>0.548</c:v>
                </c:pt>
                <c:pt idx="1055">
                  <c:v>0.417</c:v>
                </c:pt>
                <c:pt idx="1056">
                  <c:v>0.107</c:v>
                </c:pt>
                <c:pt idx="1057">
                  <c:v>0.455</c:v>
                </c:pt>
                <c:pt idx="1058">
                  <c:v>0.125</c:v>
                </c:pt>
                <c:pt idx="1059">
                  <c:v>0.259</c:v>
                </c:pt>
                <c:pt idx="1060">
                  <c:v>0.253</c:v>
                </c:pt>
                <c:pt idx="1061">
                  <c:v>0.173</c:v>
                </c:pt>
                <c:pt idx="1062">
                  <c:v>0.393</c:v>
                </c:pt>
                <c:pt idx="1063">
                  <c:v>0.466</c:v>
                </c:pt>
                <c:pt idx="1064">
                  <c:v>0.469</c:v>
                </c:pt>
                <c:pt idx="1065">
                  <c:v>0.768</c:v>
                </c:pt>
                <c:pt idx="1066">
                  <c:v>0.125</c:v>
                </c:pt>
                <c:pt idx="1067">
                  <c:v>0.21</c:v>
                </c:pt>
                <c:pt idx="1068">
                  <c:v>0.108</c:v>
                </c:pt>
                <c:pt idx="1069">
                  <c:v>0.464</c:v>
                </c:pt>
                <c:pt idx="1070">
                  <c:v>0.524</c:v>
                </c:pt>
                <c:pt idx="1071">
                  <c:v>0.312</c:v>
                </c:pt>
                <c:pt idx="1072">
                  <c:v>0.214</c:v>
                </c:pt>
                <c:pt idx="1073">
                  <c:v>0.103</c:v>
                </c:pt>
                <c:pt idx="1074">
                  <c:v>0.105</c:v>
                </c:pt>
                <c:pt idx="1075">
                  <c:v>0.194</c:v>
                </c:pt>
                <c:pt idx="1076">
                  <c:v>0.199</c:v>
                </c:pt>
                <c:pt idx="1077">
                  <c:v>0.524</c:v>
                </c:pt>
                <c:pt idx="1078">
                  <c:v>0.58</c:v>
                </c:pt>
                <c:pt idx="1079">
                  <c:v>0.442</c:v>
                </c:pt>
                <c:pt idx="1080">
                  <c:v>0.156</c:v>
                </c:pt>
                <c:pt idx="1081">
                  <c:v>0.157</c:v>
                </c:pt>
                <c:pt idx="1082">
                  <c:v>0.475</c:v>
                </c:pt>
                <c:pt idx="1083">
                  <c:v>0.483</c:v>
                </c:pt>
                <c:pt idx="1084">
                  <c:v>0.42</c:v>
                </c:pt>
                <c:pt idx="1085">
                  <c:v>0.534</c:v>
                </c:pt>
                <c:pt idx="1086">
                  <c:v>0.107</c:v>
                </c:pt>
                <c:pt idx="1087">
                  <c:v>0.241</c:v>
                </c:pt>
                <c:pt idx="1088">
                  <c:v>0.556</c:v>
                </c:pt>
                <c:pt idx="1089">
                  <c:v>0.453</c:v>
                </c:pt>
                <c:pt idx="1090">
                  <c:v>0.128</c:v>
                </c:pt>
                <c:pt idx="1091">
                  <c:v>0.173</c:v>
                </c:pt>
                <c:pt idx="1092">
                  <c:v>0.112</c:v>
                </c:pt>
                <c:pt idx="1093">
                  <c:v>0.106</c:v>
                </c:pt>
                <c:pt idx="1094">
                  <c:v>0.64</c:v>
                </c:pt>
                <c:pt idx="1095">
                  <c:v>0.734</c:v>
                </c:pt>
                <c:pt idx="1096">
                  <c:v>0.224</c:v>
                </c:pt>
                <c:pt idx="1097">
                  <c:v>0.538</c:v>
                </c:pt>
                <c:pt idx="1098">
                  <c:v>0.237</c:v>
                </c:pt>
                <c:pt idx="1099">
                  <c:v>0.171</c:v>
                </c:pt>
                <c:pt idx="1100">
                  <c:v>0.311</c:v>
                </c:pt>
                <c:pt idx="1101">
                  <c:v>0.111</c:v>
                </c:pt>
                <c:pt idx="1102">
                  <c:v>0.108</c:v>
                </c:pt>
                <c:pt idx="1103">
                  <c:v>0.507</c:v>
                </c:pt>
                <c:pt idx="1104">
                  <c:v>0.104</c:v>
                </c:pt>
                <c:pt idx="1105">
                  <c:v>0.162</c:v>
                </c:pt>
                <c:pt idx="1106">
                  <c:v>0.12</c:v>
                </c:pt>
                <c:pt idx="1107">
                  <c:v>0.152</c:v>
                </c:pt>
                <c:pt idx="1108">
                  <c:v>0.121</c:v>
                </c:pt>
                <c:pt idx="1109">
                  <c:v>0.285</c:v>
                </c:pt>
                <c:pt idx="1110">
                  <c:v>0.238</c:v>
                </c:pt>
                <c:pt idx="1111">
                  <c:v>0.414</c:v>
                </c:pt>
                <c:pt idx="1112">
                  <c:v>0.347</c:v>
                </c:pt>
                <c:pt idx="1113">
                  <c:v>0.471</c:v>
                </c:pt>
                <c:pt idx="1114">
                  <c:v>0.196</c:v>
                </c:pt>
                <c:pt idx="1115">
                  <c:v>0.129</c:v>
                </c:pt>
                <c:pt idx="1116">
                  <c:v>0.686</c:v>
                </c:pt>
              </c:numCache>
            </c:numRef>
          </c:xVal>
          <c:yVal>
            <c:numRef>
              <c:f>Sheet1!$C$2:$C$1118</c:f>
              <c:numCache>
                <c:formatCode>General</c:formatCode>
                <c:ptCount val="1117"/>
                <c:pt idx="0">
                  <c:v>29723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15097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>21981</c:v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22986</c:v>
                </c:pt>
                <c:pt idx="52">
                  <c:v>22269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>26765</c:v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27233</c:v>
                </c:pt>
                <c:pt idx="65">
                  <c:v/>
                </c:pt>
                <c:pt idx="66">
                  <c:v/>
                </c:pt>
                <c:pt idx="67">
                  <c:v>12941</c:v>
                </c:pt>
                <c:pt idx="68">
                  <c:v/>
                </c:pt>
                <c:pt idx="69">
                  <c:v/>
                </c:pt>
                <c:pt idx="70">
                  <c:v>16111</c:v>
                </c:pt>
                <c:pt idx="71">
                  <c:v/>
                </c:pt>
                <c:pt idx="72">
                  <c:v>18375</c:v>
                </c:pt>
                <c:pt idx="73">
                  <c:v>32141</c:v>
                </c:pt>
                <c:pt idx="74">
                  <c:v/>
                </c:pt>
                <c:pt idx="75">
                  <c:v/>
                </c:pt>
                <c:pt idx="76">
                  <c:v>19399</c:v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23776</c:v>
                </c:pt>
                <c:pt idx="89">
                  <c:v/>
                </c:pt>
                <c:pt idx="90">
                  <c:v>15187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>25233</c:v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>24491</c:v>
                </c:pt>
                <c:pt idx="99">
                  <c:v/>
                </c:pt>
                <c:pt idx="100">
                  <c:v/>
                </c:pt>
                <c:pt idx="101">
                  <c:v>23283</c:v>
                </c:pt>
                <c:pt idx="102">
                  <c:v>11326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>24709</c:v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>21294</c:v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>23635</c:v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>28762</c:v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>23652</c:v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>24487</c:v>
                </c:pt>
                <c:pt idx="154">
                  <c:v>30065</c:v>
                </c:pt>
                <c:pt idx="155">
                  <c:v>25640</c:v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>28584</c:v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>23315</c:v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>23295</c:v>
                </c:pt>
                <c:pt idx="206">
                  <c:v>25977</c:v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>28342</c:v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>13381</c:v>
                </c:pt>
                <c:pt idx="218">
                  <c:v/>
                </c:pt>
                <c:pt idx="219">
                  <c:v>18265</c:v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>31760</c:v>
                </c:pt>
                <c:pt idx="224">
                  <c:v/>
                </c:pt>
                <c:pt idx="225">
                  <c:v/>
                </c:pt>
                <c:pt idx="226">
                  <c:v>20348</c:v>
                </c:pt>
                <c:pt idx="227">
                  <c:v>17799</c:v>
                </c:pt>
                <c:pt idx="228">
                  <c:v>25215</c:v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>19650</c:v>
                </c:pt>
                <c:pt idx="238">
                  <c:v/>
                </c:pt>
                <c:pt idx="239">
                  <c:v/>
                </c:pt>
                <c:pt idx="240">
                  <c:v>15967</c:v>
                </c:pt>
                <c:pt idx="241">
                  <c:v/>
                </c:pt>
                <c:pt idx="242">
                  <c:v/>
                </c:pt>
                <c:pt idx="243">
                  <c:v>22867</c:v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>21503</c:v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>30419</c:v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>22787</c:v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>20596</c:v>
                </c:pt>
                <c:pt idx="273">
                  <c:v/>
                </c:pt>
                <c:pt idx="274">
                  <c:v/>
                </c:pt>
                <c:pt idx="275">
                  <c:v>28521</c:v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>30427</c:v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>19472</c:v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>29012</c:v>
                </c:pt>
                <c:pt idx="300">
                  <c:v/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>30202</c:v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>21939</c:v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>20628</c:v>
                </c:pt>
                <c:pt idx="323">
                  <c:v/>
                </c:pt>
                <c:pt idx="324">
                  <c:v/>
                </c:pt>
                <c:pt idx="325">
                  <c:v>26022</c:v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>21841</c:v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>21680</c:v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>12029</c:v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>18963</c:v>
                </c:pt>
                <c:pt idx="379">
                  <c:v/>
                </c:pt>
                <c:pt idx="380">
                  <c:v>22375</c:v>
                </c:pt>
                <c:pt idx="381">
                  <c:v/>
                </c:pt>
                <c:pt idx="382">
                  <c:v>19096</c:v>
                </c:pt>
                <c:pt idx="383">
                  <c:v/>
                </c:pt>
                <c:pt idx="384">
                  <c:v>20727</c:v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>33096</c:v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>23299</c:v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>24080</c:v>
                </c:pt>
                <c:pt idx="418">
                  <c:v/>
                </c:pt>
                <c:pt idx="419">
                  <c:v/>
                </c:pt>
                <c:pt idx="420">
                  <c:v>24583</c:v>
                </c:pt>
                <c:pt idx="421">
                  <c:v/>
                </c:pt>
                <c:pt idx="422">
                  <c:v>15530</c:v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>23456</c:v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>30489</c:v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>23201</c:v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>31531</c:v>
                </c:pt>
                <c:pt idx="463">
                  <c:v/>
                </c:pt>
                <c:pt idx="464">
                  <c:v/>
                </c:pt>
                <c:pt idx="465">
                  <c:v>21245</c:v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>26433</c:v>
                </c:pt>
                <c:pt idx="473">
                  <c:v/>
                </c:pt>
                <c:pt idx="474">
                  <c:v>16270</c:v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>25318</c:v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>22181</c:v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>17982</c:v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>30571</c:v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>21999</c:v>
                </c:pt>
                <c:pt idx="534">
                  <c:v/>
                </c:pt>
                <c:pt idx="535">
                  <c:v/>
                </c:pt>
                <c:pt idx="536">
                  <c:v>27755</c:v>
                </c:pt>
                <c:pt idx="537">
                  <c:v/>
                </c:pt>
                <c:pt idx="538">
                  <c:v/>
                </c:pt>
                <c:pt idx="539">
                  <c:v>28390</c:v>
                </c:pt>
                <c:pt idx="540">
                  <c:v/>
                </c:pt>
                <c:pt idx="541">
                  <c:v/>
                </c:pt>
                <c:pt idx="542">
                  <c:v>13743</c:v>
                </c:pt>
                <c:pt idx="543">
                  <c:v/>
                </c:pt>
                <c:pt idx="544">
                  <c:v>12385</c:v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>16167</c:v>
                </c:pt>
                <c:pt idx="553">
                  <c:v/>
                </c:pt>
                <c:pt idx="554">
                  <c:v/>
                </c:pt>
                <c:pt idx="555">
                  <c:v>30933</c:v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>14375</c:v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>13567</c:v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>24215</c:v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>14379</c:v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>19623</c:v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>25572</c:v>
                </c:pt>
                <c:pt idx="613">
                  <c:v>25707</c:v>
                </c:pt>
                <c:pt idx="614">
                  <c:v>30271</c:v>
                </c:pt>
                <c:pt idx="615">
                  <c:v/>
                </c:pt>
                <c:pt idx="616">
                  <c:v/>
                </c:pt>
                <c:pt idx="617">
                  <c:v>22913</c:v>
                </c:pt>
                <c:pt idx="618">
                  <c:v/>
                </c:pt>
                <c:pt idx="619">
                  <c:v>28614</c:v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>25880</c:v>
                </c:pt>
                <c:pt idx="632">
                  <c:v/>
                </c:pt>
                <c:pt idx="633">
                  <c:v/>
                </c:pt>
                <c:pt idx="634">
                  <c:v>23399</c:v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>18807</c:v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>25180</c:v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>12261</c:v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>10751</c:v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>25331</c:v>
                </c:pt>
                <c:pt idx="684">
                  <c:v/>
                </c:pt>
                <c:pt idx="685">
                  <c:v>22798</c:v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>19802</c:v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>26482</c:v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>21349</c:v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>16702</c:v>
                </c:pt>
                <c:pt idx="729">
                  <c:v/>
                </c:pt>
                <c:pt idx="730">
                  <c:v>29615</c:v>
                </c:pt>
                <c:pt idx="731">
                  <c:v>29715</c:v>
                </c:pt>
                <c:pt idx="732">
                  <c:v>22231</c:v>
                </c:pt>
                <c:pt idx="733">
                  <c:v>15458</c:v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>16038</c:v>
                </c:pt>
                <c:pt idx="742">
                  <c:v/>
                </c:pt>
                <c:pt idx="743">
                  <c:v/>
                </c:pt>
                <c:pt idx="744">
                  <c:v>23917</c:v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>20589</c:v>
                </c:pt>
                <c:pt idx="768">
                  <c:v/>
                </c:pt>
                <c:pt idx="769">
                  <c:v>14359</c:v>
                </c:pt>
                <c:pt idx="770">
                  <c:v/>
                </c:pt>
                <c:pt idx="771">
                  <c:v>22651</c:v>
                </c:pt>
                <c:pt idx="772">
                  <c:v/>
                </c:pt>
                <c:pt idx="773">
                  <c:v/>
                </c:pt>
                <c:pt idx="774">
                  <c:v>30702</c:v>
                </c:pt>
                <c:pt idx="775">
                  <c:v/>
                </c:pt>
                <c:pt idx="776">
                  <c:v/>
                </c:pt>
                <c:pt idx="777">
                  <c:v>22985</c:v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>18889</c:v>
                </c:pt>
                <c:pt idx="786">
                  <c:v>31441</c:v>
                </c:pt>
                <c:pt idx="787">
                  <c:v/>
                </c:pt>
                <c:pt idx="788">
                  <c:v>21733</c:v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>24613</c:v>
                </c:pt>
                <c:pt idx="793">
                  <c:v/>
                </c:pt>
                <c:pt idx="794">
                  <c:v/>
                </c:pt>
                <c:pt idx="795">
                  <c:v>26498</c:v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/>
                </c:pt>
                <c:pt idx="801">
                  <c:v>20127</c:v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>21338</c:v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>27896</c:v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>31659</c:v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>19457</c:v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>14543</c:v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>12249</c:v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>26918</c:v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>30534</c:v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>17115</c:v>
                </c:pt>
                <c:pt idx="855">
                  <c:v/>
                </c:pt>
                <c:pt idx="856">
                  <c:v/>
                </c:pt>
                <c:pt idx="857">
                  <c:v>15448</c:v>
                </c:pt>
                <c:pt idx="858">
                  <c:v/>
                </c:pt>
                <c:pt idx="859">
                  <c:v/>
                </c:pt>
                <c:pt idx="860">
                  <c:v>27047</c:v>
                </c:pt>
                <c:pt idx="861">
                  <c:v>14897</c:v>
                </c:pt>
                <c:pt idx="862">
                  <c:v/>
                </c:pt>
                <c:pt idx="863">
                  <c:v/>
                </c:pt>
                <c:pt idx="864">
                  <c:v>13569</c:v>
                </c:pt>
                <c:pt idx="865">
                  <c:v/>
                </c:pt>
                <c:pt idx="866">
                  <c:v>24208</c:v>
                </c:pt>
                <c:pt idx="867">
                  <c:v/>
                </c:pt>
                <c:pt idx="868">
                  <c:v>11869</c:v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>12369</c:v>
                </c:pt>
                <c:pt idx="883">
                  <c:v/>
                </c:pt>
                <c:pt idx="884">
                  <c:v>17823</c:v>
                </c:pt>
                <c:pt idx="885">
                  <c:v/>
                </c:pt>
                <c:pt idx="886">
                  <c:v>26204</c:v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/>
                </c:pt>
                <c:pt idx="901">
                  <c:v>21278</c:v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/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>25643</c:v>
                </c:pt>
                <c:pt idx="923">
                  <c:v/>
                </c:pt>
                <c:pt idx="924">
                  <c:v>18190</c:v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>26774</c:v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>28468</c:v>
                </c:pt>
                <c:pt idx="945">
                  <c:v>14063</c:v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>27405</c:v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>13721</c:v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>29766</c:v>
                </c:pt>
                <c:pt idx="969">
                  <c:v/>
                </c:pt>
                <c:pt idx="970">
                  <c:v/>
                </c:pt>
                <c:pt idx="971">
                  <c:v>24131</c:v>
                </c:pt>
                <c:pt idx="972">
                  <c:v>26475</c:v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>23982</c:v>
                </c:pt>
                <c:pt idx="978">
                  <c:v>17404</c:v>
                </c:pt>
                <c:pt idx="979">
                  <c:v/>
                </c:pt>
                <c:pt idx="980">
                  <c:v>18283</c:v>
                </c:pt>
                <c:pt idx="981">
                  <c:v>27472</c:v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>17898</c:v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>13740</c:v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/>
                </c:pt>
                <c:pt idx="1001">
                  <c:v/>
                </c:pt>
                <c:pt idx="1002">
                  <c:v>16920</c:v>
                </c:pt>
                <c:pt idx="1003">
                  <c:v/>
                </c:pt>
                <c:pt idx="1004">
                  <c:v/>
                </c:pt>
                <c:pt idx="1005">
                  <c:v>22374</c:v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>19371</c:v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>31668</c:v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>29005</c:v>
                </c:pt>
                <c:pt idx="1032">
                  <c:v/>
                </c:pt>
                <c:pt idx="1033">
                  <c:v>32206</c:v>
                </c:pt>
                <c:pt idx="1034">
                  <c:v>31934</c:v>
                </c:pt>
                <c:pt idx="1035">
                  <c:v/>
                </c:pt>
                <c:pt idx="1036">
                  <c:v>23663</c:v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>31818</c:v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>26538</c:v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>33007</c:v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>26400</c:v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>31144</c:v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/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  <c:pt idx="1106">
                  <c:v/>
                </c:pt>
                <c:pt idx="1107">
                  <c:v/>
                </c:pt>
                <c:pt idx="1108">
                  <c:v/>
                </c:pt>
                <c:pt idx="1109">
                  <c:v>17044</c:v>
                </c:pt>
                <c:pt idx="1110">
                  <c:v/>
                </c:pt>
                <c:pt idx="1111">
                  <c:v/>
                </c:pt>
                <c:pt idx="1112">
                  <c:v/>
                </c:pt>
                <c:pt idx="1113">
                  <c:v/>
                </c:pt>
                <c:pt idx="1114">
                  <c:v>22971</c:v>
                </c:pt>
                <c:pt idx="1115">
                  <c:v/>
                </c:pt>
                <c:pt idx="1116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8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r (ano⁻¹)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k (t)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 A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9500</c:v>
                </c:pt>
                <c:pt idx="1">
                  <c:v>9490</c:v>
                </c:pt>
                <c:pt idx="2">
                  <c:v>9284</c:v>
                </c:pt>
                <c:pt idx="3">
                  <c:v>8850</c:v>
                </c:pt>
                <c:pt idx="4">
                  <c:v>8257</c:v>
                </c:pt>
                <c:pt idx="5">
                  <c:v>7533</c:v>
                </c:pt>
                <c:pt idx="6">
                  <c:v>6876</c:v>
                </c:pt>
                <c:pt idx="7">
                  <c:v>6435</c:v>
                </c:pt>
                <c:pt idx="8">
                  <c:v>6153</c:v>
                </c:pt>
                <c:pt idx="9">
                  <c:v>6000</c:v>
                </c:pt>
                <c:pt idx="10">
                  <c:v>5960</c:v>
                </c:pt>
                <c:pt idx="11">
                  <c:v>6023</c:v>
                </c:pt>
                <c:pt idx="12">
                  <c:v>6131</c:v>
                </c:pt>
                <c:pt idx="13">
                  <c:v>6280</c:v>
                </c:pt>
                <c:pt idx="14">
                  <c:v>6434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Candidato B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19000</c:v>
                </c:pt>
                <c:pt idx="1">
                  <c:v>18990</c:v>
                </c:pt>
                <c:pt idx="2">
                  <c:v>18782</c:v>
                </c:pt>
                <c:pt idx="3">
                  <c:v>18311</c:v>
                </c:pt>
                <c:pt idx="4">
                  <c:v>17620</c:v>
                </c:pt>
                <c:pt idx="5">
                  <c:v>16739</c:v>
                </c:pt>
                <c:pt idx="6">
                  <c:v>15885</c:v>
                </c:pt>
                <c:pt idx="7">
                  <c:v>15239</c:v>
                </c:pt>
                <c:pt idx="8">
                  <c:v>14764</c:v>
                </c:pt>
                <c:pt idx="9">
                  <c:v>14437</c:v>
                </c:pt>
                <c:pt idx="10">
                  <c:v>14240</c:v>
                </c:pt>
                <c:pt idx="11">
                  <c:v>14161</c:v>
                </c:pt>
                <c:pt idx="12">
                  <c:v>14138</c:v>
                </c:pt>
                <c:pt idx="13">
                  <c:v>14166</c:v>
                </c:pt>
                <c:pt idx="14">
                  <c:v>14213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Candidato C</c:v>
                </c:pt>
              </c:strCache>
            </c:strRef>
          </c:tx>
          <c:spPr>
            <a:solidFill>
              <a:srgbClr val="F3A712"/>
            </a:solidFill>
            <a:ln w="3810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13571</c:v>
                </c:pt>
                <c:pt idx="1">
                  <c:v>13561</c:v>
                </c:pt>
                <c:pt idx="2">
                  <c:v>13354</c:v>
                </c:pt>
                <c:pt idx="3">
                  <c:v>12898</c:v>
                </c:pt>
                <c:pt idx="4">
                  <c:v>12249</c:v>
                </c:pt>
                <c:pt idx="5">
                  <c:v>11438</c:v>
                </c:pt>
                <c:pt idx="6">
                  <c:v>10676</c:v>
                </c:pt>
                <c:pt idx="7">
                  <c:v>10131</c:v>
                </c:pt>
                <c:pt idx="8">
                  <c:v>9756</c:v>
                </c:pt>
                <c:pt idx="9">
                  <c:v>9523</c:v>
                </c:pt>
                <c:pt idx="10">
                  <c:v>9412</c:v>
                </c:pt>
                <c:pt idx="11">
                  <c:v>9411</c:v>
                </c:pt>
                <c:pt idx="12">
                  <c:v>9460</c:v>
                </c:pt>
                <c:pt idx="13">
                  <c:v>9555</c:v>
                </c:pt>
                <c:pt idx="14">
                  <c:v>9661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Biomassa (t)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CPUE observada</c:v>
                </c:pt>
              </c:strCache>
            </c:strRef>
          </c:tx>
          <c:spPr>
            <a:solidFill>
              <a:srgbClr val="0B2E4F"/>
            </a:solidFill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9.62</c:v>
                </c:pt>
                <c:pt idx="1">
                  <c:v>9.1</c:v>
                </c:pt>
                <c:pt idx="2">
                  <c:v>9.57</c:v>
                </c:pt>
                <c:pt idx="3">
                  <c:v>9.19</c:v>
                </c:pt>
                <c:pt idx="4">
                  <c:v>7.64</c:v>
                </c:pt>
                <c:pt idx="5">
                  <c:v>7.15</c:v>
                </c:pt>
                <c:pt idx="6">
                  <c:v>6.91</c:v>
                </c:pt>
                <c:pt idx="7">
                  <c:v>6.35</c:v>
                </c:pt>
                <c:pt idx="8">
                  <c:v>6.15</c:v>
                </c:pt>
                <c:pt idx="9">
                  <c:v>5.8</c:v>
                </c:pt>
                <c:pt idx="10">
                  <c:v>6.17</c:v>
                </c:pt>
                <c:pt idx="11">
                  <c:v>6.21</c:v>
                </c:pt>
                <c:pt idx="12">
                  <c:v>6.15</c:v>
                </c:pt>
                <c:pt idx="13">
                  <c:v>6.57</c:v>
                </c:pt>
                <c:pt idx="14">
                  <c:v>6.56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Prevista A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9.499</c:v>
                </c:pt>
                <c:pt idx="1">
                  <c:v>9.489</c:v>
                </c:pt>
                <c:pt idx="2">
                  <c:v>9.283</c:v>
                </c:pt>
                <c:pt idx="3">
                  <c:v>8.849</c:v>
                </c:pt>
                <c:pt idx="4">
                  <c:v>8.256</c:v>
                </c:pt>
                <c:pt idx="5">
                  <c:v>7.532</c:v>
                </c:pt>
                <c:pt idx="6">
                  <c:v>6.876</c:v>
                </c:pt>
                <c:pt idx="7">
                  <c:v>6.435</c:v>
                </c:pt>
                <c:pt idx="8">
                  <c:v>6.152</c:v>
                </c:pt>
                <c:pt idx="9">
                  <c:v>5.999</c:v>
                </c:pt>
                <c:pt idx="10">
                  <c:v>5.959</c:v>
                </c:pt>
                <c:pt idx="11">
                  <c:v>6.023</c:v>
                </c:pt>
                <c:pt idx="12">
                  <c:v>6.131</c:v>
                </c:pt>
                <c:pt idx="13">
                  <c:v>6.279</c:v>
                </c:pt>
                <c:pt idx="14">
                  <c:v>6.434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Prevista B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8.539</c:v>
                </c:pt>
                <c:pt idx="1">
                  <c:v>8.535</c:v>
                </c:pt>
                <c:pt idx="2">
                  <c:v>8.441</c:v>
                </c:pt>
                <c:pt idx="3">
                  <c:v>8.23</c:v>
                </c:pt>
                <c:pt idx="4">
                  <c:v>7.919</c:v>
                </c:pt>
                <c:pt idx="5">
                  <c:v>7.523</c:v>
                </c:pt>
                <c:pt idx="6">
                  <c:v>7.139</c:v>
                </c:pt>
                <c:pt idx="7">
                  <c:v>6.849</c:v>
                </c:pt>
                <c:pt idx="8">
                  <c:v>6.636</c:v>
                </c:pt>
                <c:pt idx="9">
                  <c:v>6.489</c:v>
                </c:pt>
                <c:pt idx="10">
                  <c:v>6.4</c:v>
                </c:pt>
                <c:pt idx="11">
                  <c:v>6.364</c:v>
                </c:pt>
                <c:pt idx="12">
                  <c:v>6.354</c:v>
                </c:pt>
                <c:pt idx="13">
                  <c:v>6.367</c:v>
                </c:pt>
                <c:pt idx="14">
                  <c:v>6.388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Prevista C</c:v>
                </c:pt>
              </c:strCache>
            </c:strRef>
          </c:tx>
          <c:spPr>
            <a:solidFill>
              <a:srgbClr val="F3A712"/>
            </a:solidFill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8.949</c:v>
                </c:pt>
                <c:pt idx="1">
                  <c:v>8.942</c:v>
                </c:pt>
                <c:pt idx="2">
                  <c:v>8.805</c:v>
                </c:pt>
                <c:pt idx="3">
                  <c:v>8.505</c:v>
                </c:pt>
                <c:pt idx="4">
                  <c:v>8.077</c:v>
                </c:pt>
                <c:pt idx="5">
                  <c:v>7.542</c:v>
                </c:pt>
                <c:pt idx="6">
                  <c:v>7.04</c:v>
                </c:pt>
                <c:pt idx="7">
                  <c:v>6.681</c:v>
                </c:pt>
                <c:pt idx="8">
                  <c:v>6.433</c:v>
                </c:pt>
                <c:pt idx="9">
                  <c:v>6.279</c:v>
                </c:pt>
                <c:pt idx="10">
                  <c:v>6.206</c:v>
                </c:pt>
                <c:pt idx="11">
                  <c:v>6.205</c:v>
                </c:pt>
                <c:pt idx="12">
                  <c:v>6.238</c:v>
                </c:pt>
                <c:pt idx="13">
                  <c:v>6.3</c:v>
                </c:pt>
                <c:pt idx="14">
                  <c:v>6.37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Índice (CPUE)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Arial"/>
              </a:rPr>
              <a:t>Soma dos resíduos² (log): menor = melhor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SSQ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D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A7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Candidato A</c:v>
                  </c:pt>
                  <c:pt idx="1">
                    <c:v>Candidato C</c:v>
                  </c:pt>
                  <c:pt idx="2">
                    <c:v>Candidato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0.019</c:v>
                </c:pt>
                <c:pt idx="1">
                  <c:v>0.039</c:v>
                </c:pt>
                <c:pt idx="2">
                  <c:v>0.08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D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Arial"/>
              </a:rPr>
              <a:t>Resíduos da CPUE (RMSE = 3,1%)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Resíduo (log)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0.024</c:v>
                </c:pt>
                <c:pt idx="1">
                  <c:v>-0.032</c:v>
                </c:pt>
                <c:pt idx="2">
                  <c:v>0.041</c:v>
                </c:pt>
                <c:pt idx="3">
                  <c:v>0.05</c:v>
                </c:pt>
                <c:pt idx="4">
                  <c:v>-0.064</c:v>
                </c:pt>
                <c:pt idx="5">
                  <c:v>-0.038</c:v>
                </c:pt>
                <c:pt idx="6">
                  <c:v>0.019</c:v>
                </c:pt>
                <c:pt idx="7">
                  <c:v>-0.003</c:v>
                </c:pt>
                <c:pt idx="8">
                  <c:v>0.005</c:v>
                </c:pt>
                <c:pt idx="9">
                  <c:v>-0.035</c:v>
                </c:pt>
                <c:pt idx="10">
                  <c:v>0.027</c:v>
                </c:pt>
                <c:pt idx="11">
                  <c:v>0.016</c:v>
                </c:pt>
                <c:pt idx="12">
                  <c:v>-0.017</c:v>
                </c:pt>
                <c:pt idx="13">
                  <c:v>0.02</c:v>
                </c:pt>
                <c:pt idx="14">
                  <c:v>-0.009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curso apresenta três métodos de avaliação de estoques para situações com poucos dados. Todos partem da mesma ideia — o modelo de produção excedente — e diferem no tipo de informação que usam: DB-SRA (captura + biologia + depleção), CMSY++ (captura + resiliência + janelas de depleção) e JABBA (captura + índice de abundância).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métodos compartilham o mesmo 'motor' (modelo de produção excedente). A parte bayesiana vem antes do CMSY++ porque CMSY++ e JABBA rodam no JAGS, com prior, verossimilhança e MCMC.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a base comum dos três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à direita mostra a captura em equilíbrio em função do esforço de pesca. No começo, mais esforço gera mais captura. A partir do Fmsy, o estoque não repõe o que é retirado e a captura de equilíbrio cai. A avaliação de estoque tenta localizar a pescaria nessa curva.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acontece com a biomassa pode ser escrito como um balanço: entradas (crescimento dos indivíduos e recrutamento de novos) e saídas (mortalidade natural e captura). Os modelos de produção excedente juntam crescimento, recrutamento e mortalidade natural num único termo: a produção excedente.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contábil simples. Em 1951: 1000 + 100 + 200 − 100 − 300 = 900 t. Em 1952: 900 + 200 + 100 − 200 − 300 = 700 t. A biomassa cai porque Y + M &gt; G + R. Os modelos de produção não separam G, R e M: eles resumem tudo em uma função da própria biomassa.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resume a capacidade do ecossistema. No aquário lotado, falta espaço e comida, e a população não cresce mais. No aquário com poucos peixes, sobra recurso e a população cresce rápido. Nos modelos, K é a biomassa virgem.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é a 'velocidade' da população. O crescimento não é constante: devagar no início, rápido no meio e devagar de novo perto de K. r está ligado à história de vida: crescimento, maturação, longevidade e fecundidade.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logística junta r e K. O gráfico mostra uma população com r = 0,2 e K = 20.000 t partindo de uma biomassa pequena: cresce devagar, acelera e depois freia até estabilizar em K. A maior inclinação (maior produção) acontece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Schaefer subtraiu a captura da logística. No equilíbrio a biomassa não muda, então a captura é igual à produção. Isolando Y temos a parábola de rendimento. O topo da parábola é o MSY = rK/4, em Bmsy = K/2, com Fmsy = r/2. No exemplo r = 0,2 e K = 20.000 t: MSY = 1.000 t em B = 10.000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modelo de Fox a produção é r·B·ln(K/B). O máximo acontece em B = K/e ≈ 0,37K, com MSY = rK/e e Fmsy = r. No gráfico as duas curvas foram escaladas para o mesmo MSY, para comparar só a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Pella-Tomlinson generaliza Schaefer e Fox. O parâmetro m move o pico da produção: Bmsy/K = m^(−1/(m−1)). m = 2 dá Schaefer (0,5); m → 1 dá Fox (0,37). Muitos peixes têm o pico abaixo de 0,5K. Fletcher (1978) reescreveu esse mesmo modelo em função do MSY — é a forma que o DB-SRA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'mistério' que conduz o curso: os pontos de referência dependem de r e K, que não observamos. Os três métodos respondem de formas diferentes. DB-SRA: resolve K dado uma depleção assumida. CMSY++: filtra pares (r,k). JABBA: estima r e K usando um índice de abundância.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série fictícia foi usada nos slides originais do curso (exemplo com r = 0,2 e K = 20.000 t). Vamos passá-la pelo DB-SRA e pelo CMSY++ para comparar. Repare: dois ciclos de expansão e um colapso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DB-SRA (Dick &amp; MacCall, 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DB-SRA nasceu da Stock Reduction Analysis (SRA), que reconstrói a biomassa a partir da captura, e do DCAC de MacCall. Dick &amp; MacCall (2011) combinaram as duas ideias com uma função de produção nova (híbrida Schaefer-PTF), pensada para funcionar bem em biomassas baixas.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sabemos quanto foi retirado e quão depletado o estoque está hoje, existe um único K que, junto com a função de produção, reproduz essa depleção. Estoque grande demais: as capturas mal fazem cócegas e B/K final fica alto. Pequeno demais: o estoque colapsa. O DB-SRA procura o K intermediário que acerta a depleção assumida.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de biomassa do DB-SRA é a mesma ideia de sempre (ontem + produção − captura), com um atraso: a produção depende da biomassa de a anos atrás. A produção segue a forma de Pella-Tomlinson reescrita por Fletcher, em função do MSY e do expoente n (que define Bmsy/K). Se n = 2 (Bmsy/K = 0,5) é Schaefer e γ = 4. Para Bmsy/K &lt; 0,5 o método usa uma curva híbrida.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rodada Monte Carlo sorteamos M, Fmsy/M, Bmsy/K e Bt/K das distribuições escolhidas. K não tem distribuição: é a incógnita, encontrada por busca numérica. As distribuições mostradas são as de referência do artigo original; devem ser ajustadas ao conhecimento da espécie.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encontrar K em uma rodada, tudo é conta direta. Fmsy e Umsy dependem só de M e Fmsy/M. Bmsy e MSY precisam de K. OFL usa a biomassa do ano de referência B_T. Essas contas se repetem em todas as rodadas aceitas.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laços encaixados: (1) sorteio dos parâmetros, (2) busca de K para cada sorteio, (3) projeção da biomassa para cada K testado. A rodada entra no resultado só se passar pelos critérios. O padrão de rejeição 'esculpe' as distribuições finais — é uma verossimilhança implícita.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didático com a série 1950–1980. Com M = 0,2 e Fmsy/M = 0,8: Fmsy = 0,16. Umsy = [0,16/0,36]·(1 − e^−0,36) = 0,444 × 0,302 = 0,134. Como Bmsy/K = 0,5, MSY = 0,134 × 0,5 × K = 0,067 K. Ainda falta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Mesmas entradas (M = 0,2; Fmsy/M = 0,8; Bmsy/K = 0,5), K diferente. K = 30.000 termina em 0,78 (alto). K = 15.000 colapsa em 1975 (biomassa negativa): rodada rejeitada. Entre 18.000 (0,20) e 20.000 (0,42) está o K que dá 0,30: aproximadamente 18.800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Trajetória aceita com K ≈ 18.804 t: B/K = 0,30 em 1980, nunca negativa e nunca acima de K. Resultados desta rodada: Bmsy = 9.402 t, MSY = 1.263 t/ano, OFL = 0,134 × 5.641 = 758 t. Note que em 1973–74 a captura (4.000 e 2.000 t) passou muito do MSY.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saídas típicas do fishmethods::dbsra: histogramas das entradas sorteadas e aceitas e das quantidades derivadas. Com esta série, a maior parte das rejeições vem de valores baixos de Bt/K. K tem mediana ≈ 23 mil t e MSY ≈ 1,17 mil t/ano.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verde é uma rodada aceita. Todas começam em B/K = 1 e terminam perto do Bt/K sorteado. O intervalo de 95% do MSY vai de ~680 a ~1.630 t/ano: a incerteza das entradas se propaga.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validação de Dick &amp; MacCall contra 31 avaliações completas, MSY e K ficaram, na maioria, entre metade e o dobro do valor de referência. Curiosamente, assumir depleção baixa tende a aproximar o resultado da avaliação completa, porque força mais rejeições informativas.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antes de CMSY++ e JABBA, precisamos da base bayesiana e da ideia de espaço-estado.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θ representa os parâmetros (r, K, q...). O prior resume o conhecimento prévio (FishBase, outras avaliações, biologia). A verossimilhança mede o ajuste aos dados. O posterior fica entre os dois, puxado para onde os dados são mais informativos. No gráfico, o prior de r era largo e centrado em 0,25; os dados apontam para ~0,45; o posterior concentra perto de 0,43.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discreto para fixar o mecanismo. Nos modelos reais θ é contínuo e tem várias dimensões (r, K, q, biomassa de cada ano), então não dá para montar essa tabela. É por isso que usamos MCMC.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passeia pelo espaço de parâmetros e passa mais tempo onde a posterior é alta. Depois do burn-in, o histograma dos valores visitados É a posterior. No JABBA, por padrão: 2 cadeias, 30.000 iterações, 5.000 de burn-in, thinning 5 → 10.000 amostras = 10.000 'mundos possíveis'. O gráfico vem do ajuste do exemplo JABBA que veremos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camadas: o estado verdadeiro (biomassa, que nunca vemos) evolui pela equação de produção mais um erro de processo; e o índice observado é uma medida ruidosa desse estado. O modelo estima as duas coisas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cinza é o que a captura sozinha prevê. A azul é a biomassa verdadeira, que se desvia por causa do erro de processo. Os pontos são o índice medido, com erro de observação. Um bom modelo espaço-estado atribui cada desvio à sua fonte. Cuidado: se os dados forem pouco informativos, os dois erros se confundem.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bloco: CMSY e CMSY++ (Martell &amp; Froese 2013; Froese et al. 2017,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Catch-MSY (2013) introduziu o sorteio de pares (r,k). CMSY (2017) corrigiu vieses (depensação e estimar perto da 'ponta do triângulo') e criou o BSM, versão bayesiana espaço-estado. CMSY++ (2023) usa um prior de MSY para derivar k, um prior conjunto para r e k e uma rede neural para sugerir a depleção.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não resolve K analiticamente como o DB-SRA. Ele sorteia pares de r e k e simula a biomassa com a captura real. Um par é viável se a biomassa não colapsa, não passa de k e cai dentro das janelas de B/k assumidas. A nuvem de pares viáveis é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usa Schaefer (m = 2) com uma correção de depensação abaixo de 25% de k. Uma vez que r e k são conhecidos, MSY = rk/4, Fmsy = r/2 e Bmsy = k/2. F de cada ano é captura dividida pela biomassa.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a conta dos slides originais do curso, mas agora como um TESTE de um par candidato. r = 0,2 e k = 20.000: B1951 = 20.000 + 0 − 100 = 19.900; B1952 = 19.900 + 19,9 − 150 = 19.769,9 ... B1980 = 1.231 t, B/k = 0,06. O par sobrevive. Mas será o único?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0,2 e k = 15.000 colapsa em 1973 (as capturas de 4.500 e 4.000 t são demais). r = 0,2 e k = 30.000 sobra biomassa: termina em 0,65, acima da janela. r = 0,4 e k = 10.000 também colapsa. Viáveis: (0,2; 20.000) e (0,4; 15.000). O MSY de cada um é rk/4.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Animações dos slides originais: cada trajetória vem de um par (r,k). As barras pretas são as janelas de B/k no início e no fim da série. Trajetórias que colapsam ou terminam fora da janela são descartadas.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Sorteamos 3.000 pares com r entre 0,1 e 0,8 e k entre 5.000 e 60.000 (distribuição log-uniforme) e B/k inicial entre 0,8 e 1. Os pontos coloridos são os viáveis: formam uma faixa estreita e inclinada — o triângulo de Martell &amp; Froese. Pares ao longo da faixa têm MSY parecido; a série de capturas restringe mais o MSY do que r e k separadamente.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novidades principais. A mais importante conceitualmente: o CMSY++ roda no mesmo modelo bayesiano espaço-estado do BSM. Sem índice, as janelas de B/k entram como penalidades suaves (e não mais como aceita/rejeita), e q fica travado perto 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saída dos slides originais (exemplo com a série 1950–1980). A leitura padrão: captura versus MSY, trajetória de biomassa, F/Fmsy e o gráfico de Kobe para o status. Sempre olhar a nuvem r–k: se ela é larga, o resultado vem mais dos priors do que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mais sensível é o prior de depleção: no modo só-captura ele é praticamente o único 'dado de observação'. A queda de captura por troca de alvo (como aconteceu com a cavala em Cabo Verde após 2014) seria lida pelo método como queda de biomassa. O método também só funciona se a captura já chegou perto do MSY em algum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bloco: JABBA (Winker, Carvalho &amp; Kapur,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JABBA é da família dos modelos de produção excedente. Herda Pella-Tomlinson/Fletcher na forma da produção e a formulação bayesiana espaço-estado de Meyer &amp; Millar (1999). Diferente de DB-SRA e CMSY++, ele precisa de um índice de abundância: é o índice que separa r de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define a forma. No R, model.type = 'Schaefer', 'Fox', 'Pella' (com BmsyK) ou 'Pella_m' (m estimado). As fórmulas: Bmsy/K = m^(−1/(m−1)); Fmsy = r/(m−1)·(1 − 1/m); MSY = Fmsy·Bmsy. Para m = 2 voltamos a MSY = rK/4 e Fmsy = r/2.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dinâmica de sempre (ontem + produção − captura), escrita em biomassa relativa P = B/K e com erro de processo multiplicativo. A equação de observação liga o índice à biomassa via q. Pontos-chave: ψ é a biomassa relativa no primeiro ano; o erro de observação pode ter partes fixas (SE da padronização) e estimadas.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guia didático. 15 anos de captura e de CPUE. O índice foi gerado a partir do candidato A com ~4% de ruído, mas o modelo não sabe disso. Os três candidatos estão na mesma 'rua' de MSY = rK/4 = 1.000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1: dinâmica pura. Cada candidato, com a mesma captura, gera uma trajetória. A (r alto, K pequeno) cai de 9.500 para 6.000 t e depois sobe: uma queda relativa de ~37%. B cai relativamente pouco (~25%).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2: para cada candidato, o q̂ é a média, em log, da razão CPUE observada / biomassa do candidato (regressão pela origem em log). Passo 3: CPUE prevista = q̂ × B do candidato. No gráfico, A segue os pontos; B erra sistematicamente (acima no começo, abaixo no meio) — a forma não bate, qualquer que seja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4: a nota. SSQ: A = 0,019; C = 0,039; B = 0,080. Com erro lognormal, a verossimilhança cai exponencialmente com o SSQ, então A recebe muito mais peso. No JABBA real, q não é resolvido por essa regressão: ele é sorteado pelo MCMC junto com os outros parâmetros, e a posterior também leva em conta os priors.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posterior do JABBA é o produto de três partes: verossimilhança da CPUE, a dinâmica (com erro de processo) e os priors. O JAGS amostra dessa posterior. Detalhe: o fit_jabba() divide a captura pela média antes de rodar o JAGS (só por estabilidade numérica) e depois reescala K, B e MSY de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Rodamos um MCMC com os priors padrão do JABBA (K ~ lognormal com média 8 × captura máxima e CV = 1; r ~ lognormal com mediana 0,3 e CV 0,5). O modelo recuperou os valores usados para gerar os dados: r ≈ 0,44 e K ≈ 9.500 t. Comparar prior e posterior é o teste honesto de quanto os dados informaram.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B/Bmsy e F/Fmsy com intervalo de 95%. O Kobe resume o status: eixo x = B/Bmsy, eixo y = F/Fmsy. A linha mostra a trajetória da mediana do ano 1 ao 15; a nuvem cinza é a incerteza do último ano. Neste exemplo o estoque está saudável.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Diagnósticos principais do JABBA: resíduos com loess e runs test por índice; RMSE; análise retrospectiva (peels) com Mohn's rho; hindcast com MASE; checagem preditiva posterior (PPC); convergência das cadeias. O DIC só compara modelos com os mesmos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limitação é externa ao modelo: a CPUE precisa medir abundância. Na pescaria de cerco multiespecífica, a troca de alvo depois de 2014 é exatamente o caso em que a CPUE nominal pode enganar. Sempre rode cenários (índices, m, priors) e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os três usam a mesma lógica de produção excedente. A diferença está na informação que 'ancora' o resultado: depleção assumida (DB-SRA), priors de depleção e resiliência (CMSY++) ou o índice de abundância (JABBA). Vale rodar mais de um 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parte teórica. Na prática vamos rodar os três métodos no R com a série-exemplo e, depois, com os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gif"/><Relationship Id="rId3" Type="http://schemas.openxmlformats.org/officeDocument/2006/relationships/image" Target="../media/image-5-3.gif"/><Relationship Id="rId4" Type="http://schemas.openxmlformats.org/officeDocument/2006/relationships/image" Target="../media/image-5-4.gif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38-1.png"/><Relationship Id="rId3" Type="http://schemas.openxmlformats.org/officeDocument/2006/relationships/image" Target="../media/image-3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gif"/><Relationship Id="rId2" Type="http://schemas.openxmlformats.org/officeDocument/2006/relationships/image" Target="../media/image-40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41-1.png"/><Relationship Id="rId3" Type="http://schemas.openxmlformats.org/officeDocument/2006/relationships/image" Target="../media/image-4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image" Target="../media/image-4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5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0.xml"/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CAPACITAÇÃO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estoques com poucos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produção excedente: DB-SRA, CMSY++ e JABBA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e Matheus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tmp/sam/img/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39712" y="713232"/>
            <a:ext cx="2231136" cy="25511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7260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tmp/sam/img/image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45752" y="713232"/>
            <a:ext cx="2231136" cy="25511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/tmp/sam/img/image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39712" y="3639312"/>
            <a:ext cx="2231136" cy="25511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7260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3" descr="/tmp/sam/img/image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45752" y="3639312"/>
            <a:ext cx="2231136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que vamos percorrer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" y="2057400"/>
            <a:ext cx="822960" cy="8229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751" y="2238451"/>
            <a:ext cx="460858" cy="460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excedente: r, K e a curva do MSY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441448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508" y="2057400"/>
            <a:ext cx="822960" cy="8229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23845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41448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2532888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578608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biologia + depleção → 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34256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14316" y="2057400"/>
            <a:ext cx="822960" cy="822960"/>
          </a:xfrm>
          <a:prstGeom prst="ellipse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67" y="223845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34256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5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4425696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e espaço-estado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471416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Prior, verossimilhança, MCMC e os dois erros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27064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07124" y="205740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175" y="223845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27064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6318504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364224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de pares (r, k) que sobrevivem à captura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119872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9932" y="20574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983" y="2238451"/>
            <a:ext cx="460858" cy="46085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19872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8211312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257032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CPUE: ajuste bayesiano de r, K e q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1001268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492740" y="205740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3791" y="2238451"/>
            <a:ext cx="460858" cy="46085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1268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2"/>
          <p:cNvSpPr txBox="1"/>
          <p:nvPr/>
        </p:nvSpPr>
        <p:spPr>
          <a:xfrm>
            <a:off x="1010412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no 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1014984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os métodos com os nossos dados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4D6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504688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3" y="5625389"/>
            <a:ext cx="307238" cy="30723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4173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condutor: </a:t>
            </a:r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mesma série de capturas (1950–1980) passa pelo DB-SRA e pelo CMSY++, e no JABBA acrescentamos um índice de abundância. Assim dá para ver o que cada método faz com a informação.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produção excedente: como a biomassa cresce, quanto dá para pescar e por quê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uma avaliação de estoque?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 exploração ótima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quanto pode ser pescado sem comprometer o recurso no futuro.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51221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89888" y="3401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nível de exploração do MSY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01421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que, no longo prazo, gera a maior captura em peso: o Rendimento Máximo Sustentável.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9560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506669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sobrepesca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56869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renovação do estoque (recrutamento + crescimento) não acompanha o que a pesca retira.</a:t>
            </a:r>
            <a:endParaRPr lang="en-US" sz="1350" dirty="0"/>
          </a:p>
        </p:txBody>
      </p:sp>
      <p:pic>
        <p:nvPicPr>
          <p:cNvPr id="21" name="Image 3" descr="/tmp/sam/img/imag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11680"/>
            <a:ext cx="5394960" cy="355701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1417320"/>
            <a:ext cx="2743200" cy="7315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46520" y="14904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sobe com o esforço… até certo ponto.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052560" y="5486400"/>
            <a:ext cx="2651760" cy="77724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89720" y="55595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Fmsy, mais esforço dá MENOS captura.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excedente: o que entra e o que sai da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1920240" cy="19202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Biomassa</a:t>
            </a:r>
            <a:endParaRPr lang="en-US" sz="2200" dirty="0"/>
          </a:p>
        </p:txBody>
      </p:sp>
      <p:pic>
        <p:nvPicPr>
          <p:cNvPr id="8" name="Image 0" descr="/tmp/sam/img/image7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1737360" cy="118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Crescimento</a:t>
            </a:r>
            <a:endParaRPr lang="en-US" sz="1200" dirty="0"/>
          </a:p>
        </p:txBody>
      </p:sp>
      <p:pic>
        <p:nvPicPr>
          <p:cNvPr id="11" name="Image 1" descr="/tmp/sam/img/image6.gif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1600200"/>
            <a:ext cx="173736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6052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6052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Recrutamento</a:t>
            </a:r>
            <a:endParaRPr lang="en-US" sz="1200" dirty="0"/>
          </a:p>
        </p:txBody>
      </p:sp>
      <p:pic>
        <p:nvPicPr>
          <p:cNvPr id="14" name="Image 2" descr="/tmp/sam/img/image9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892040"/>
            <a:ext cx="173736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Mortalidade natural</a:t>
            </a:r>
            <a:endParaRPr lang="en-US" sz="1200" dirty="0"/>
          </a:p>
        </p:txBody>
      </p:sp>
      <p:pic>
        <p:nvPicPr>
          <p:cNvPr id="17" name="Image 3" descr="/tmp/sam/img/image8.g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60520" y="4892040"/>
            <a:ext cx="1737360" cy="1188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6052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16052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(pesca)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28600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 flipH="1">
            <a:off x="384048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 flipH="1">
            <a:off x="22860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38862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492240" y="1645920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934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050" y="195773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34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do “excedente”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720840" y="2459736"/>
            <a:ext cx="4663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estoque produz mais indivíduos e mais peso do que precisa para se manter. Essa sobra — o excedente — pode ser colhida pela pesca sem que a biomassa diminua.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492240" y="38862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30" name="Image 5" descr="/tmp/sam/eq/ac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859" y="4160520"/>
            <a:ext cx="3495403" cy="3651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crescimento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recrutamento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 · </a:t>
            </a:r>
            <a:pPr algn="ctr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mortalidade natural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6675120" y="5577840"/>
            <a:ext cx="48463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812280" y="565099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 + R &gt; Y + M, a biomassa cresce. Se for menor, ela cai.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fazendo o balanço da biomassa ano a ano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20574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424160" y="20574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t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B1952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886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031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033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033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37033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3886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10424160" y="38862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2416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48640" y="548640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669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 anos a biomassa caiu de 1000 t para 700 t, porque as saídas (Y + M) superaram as entradas (G + R).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7498080" y="5440680"/>
            <a:ext cx="411480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35240" y="5513832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não medimos G, R e M separados: o modelo junta tudo num único termo, a produção excedente.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de suporte (K): o teto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de um estoque não explorado não cresce para sempre: ela para em um limite imposto pelo ambiente.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8382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disponível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37069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de alimento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457565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434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(dentro e entre espécies)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5440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4406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capacidade de suporte: a biomassa que o ecossistema sustenta sem pesca (também chamada B₀).</a:t>
            </a:r>
            <a:endParaRPr lang="en-US" sz="3000" dirty="0"/>
          </a:p>
        </p:txBody>
      </p:sp>
      <p:pic>
        <p:nvPicPr>
          <p:cNvPr id="18" name="Image 3" descr="/tmp/sam/img/image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0240"/>
            <a:ext cx="5212080" cy="270662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7512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lotado: perto de 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23544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3544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vazio: longe de 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intrínseca de crescimento (r): a velocidade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14600" cy="3337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7" name="Image 0" descr="/tmp/sam/img/image1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9344"/>
            <a:ext cx="2148840" cy="32278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29000" y="1600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população cresce em forma de S até chegar em K. A velocidade muda ao longo do caminho: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29000" y="2377440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2377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37744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lento: poucos indivíduos se reproduzindo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29000" y="3218688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32186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21868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rápido: muitos reprodutores e ainda sobra recurso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29000" y="4059936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40599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405993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 de novo: falta espaço e alimento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749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intrínseca de crescimento: a taxa máxima (por ano) com que a população cresceria se fosse pequena e sem competição. Espécies de vida curta e maturação precoce (ex.: pequenos pelágicos) têm r alto; espécies longevas têm r baixo.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logística (Verhulst, 1838): r e K na mesma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logi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406" y="1673352"/>
            <a:ext cx="3134868" cy="888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dB/dt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da biomassa no tempo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3756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 de crescimento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tempo 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33756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47731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4883810"/>
            <a:ext cx="281635" cy="28163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89888" y="47731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385816"/>
            <a:ext cx="5029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(1 − B/K) é o “freio”: quando B é pequeno ele vale quase 1 e o estoque cresce a quase r; quando B chega em K ele vale 0 e o crescimento para.</a:t>
            </a:r>
            <a:endParaRPr lang="en-US" sz="1350" dirty="0"/>
          </a:p>
        </p:txBody>
      </p:sp>
      <p:pic>
        <p:nvPicPr>
          <p:cNvPr id="25" name="Image 2" descr="/tmp/sam/img/image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212080" cy="334670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766560" y="5212080"/>
            <a:ext cx="475488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903720" y="528523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máximo acontece em níveis intermediários de biomassa (no meio da curva em S).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Schaefer (1954): colocando a pesca na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Incluímos a captura Y</a:t>
            </a:r>
            <a:endParaRPr lang="en-US" sz="1550" dirty="0"/>
          </a:p>
        </p:txBody>
      </p:sp>
      <p:pic>
        <p:nvPicPr>
          <p:cNvPr id="9" name="Image 0" descr="/tmp/sam/eq/schaefer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79776" cy="6270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equilíbrio, entrada = saída (dB/dt = 0)</a:t>
            </a:r>
            <a:endParaRPr lang="en-US" sz="1550" dirty="0"/>
          </a:p>
        </p:txBody>
      </p:sp>
      <p:pic>
        <p:nvPicPr>
          <p:cNvPr id="13" name="Image 1" descr="/tmp/sam/eq/eq_z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83280"/>
            <a:ext cx="2359152" cy="57215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Isolando Y: a captura sustentável para cada B</a:t>
            </a:r>
            <a:endParaRPr lang="en-US" sz="1550" dirty="0"/>
          </a:p>
        </p:txBody>
      </p:sp>
      <p:pic>
        <p:nvPicPr>
          <p:cNvPr id="17" name="Image 2" descr="/tmp/sam/eq/schaefer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17720"/>
            <a:ext cx="1852313" cy="57215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544068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3" descr="/tmp/sam/eq/schaefer_ref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03" y="5596128"/>
            <a:ext cx="4044914" cy="531658"/>
          </a:xfrm>
          <a:prstGeom prst="rect">
            <a:avLst/>
          </a:prstGeom>
        </p:spPr>
      </p:pic>
      <p:pic>
        <p:nvPicPr>
          <p:cNvPr id="20" name="Image 4" descr="/tmp/sam/img/image1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5120640" cy="32918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766560" y="5120640"/>
            <a:ext cx="4754880" cy="10972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903720" y="5193792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uma parábola simétrica: a maior captura sustentável (MSY) acontece em B = K/2 (50% de K).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 (1970): produção máxima mais cedo, em ~37%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tmp/sam/eq/fox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281646" cy="7628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Schaefer (captura de equilíbrio = produção), mas o “freio” é logarítmico: ln(K/B).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/tmp/sam/eq/fox_ref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71" y="3794760"/>
            <a:ext cx="4543697" cy="4245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486460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975250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89888" y="48646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5477256"/>
            <a:ext cx="4937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assimétrica: o estoque rende o máximo com biomassa menor (37% de K) e aguenta relativamente melhor quando está baixo.</a:t>
            </a:r>
            <a:endParaRPr lang="en-US" sz="13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554480"/>
          <a:ext cx="5394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Pella-Tomlinson: o parâmetro m posiciona o pico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tmp/sam/eq/pe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60520" cy="724989"/>
          </a:xfrm>
          <a:prstGeom prst="rect">
            <a:avLst/>
          </a:prstGeom>
        </p:spPr>
      </p:pic>
      <p:pic>
        <p:nvPicPr>
          <p:cNvPr id="7" name="Image 1" descr="/tmp/sam/eq/bms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88920"/>
            <a:ext cx="2337816" cy="6679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5468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controla onde fica o pico da produção: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bem à esquerda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à direita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5440680"/>
            <a:ext cx="5303520" cy="8686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5513832"/>
            <a:ext cx="5029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curva, duas escritas: 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JABBA usa (r, K, m); o DB-SRA usa a forma de Fletcher (MSY, K, n). Voltaremos a isso.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1554480"/>
          <a:ext cx="53949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 e K, tudo sai. Mas… e se não conhecemos r e K?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soubéssemos r e K…</a:t>
            </a:r>
            <a:endParaRPr lang="en-US" sz="1600" dirty="0"/>
          </a:p>
        </p:txBody>
      </p:sp>
      <p:pic>
        <p:nvPicPr>
          <p:cNvPr id="8" name="Image 0" descr="/tmp/sam/eq/schaefer_ref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043" y="2331720"/>
            <a:ext cx="3677194" cy="48332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…os pontos de referência sairiam direto.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48840" y="3977640"/>
            <a:ext cx="1371600" cy="13716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4279392"/>
            <a:ext cx="768096" cy="7680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real quase nunca temos r e K. Cada método resolve esse problema de um jeito: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0" y="160020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8756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210" y="191201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7648" y="18013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2414016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M + uma depleção atual assumida. Para cada sorteio, RESOLVE o K que fecha a conta.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0" y="3172968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87568" y="3374136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210" y="348477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27648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986784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resiliência + janelas de depleção. SORTEIA pares (r, k) e fica com os que sobrevivem.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0" y="4745736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87568" y="494690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210" y="505754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27648" y="494690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0" y="5559552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índice de abundância (CPUE). AJUSTA r, K e q para explicar a captura e o índice ao mesmo tempo.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série-exemplo de capturas (fictícia, 1950–1980)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0020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30768" y="180136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1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70848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1950–1962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41401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 cresce de 100 t para 3.000 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0" y="315468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30768" y="335584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10" y="34664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70848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1963–1968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396849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despenca e o estoque se recupera.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0" y="470916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30768" y="49103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410" y="5020970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70848" y="4910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1972–1980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458200" y="5522976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4.500 e 4.000 t e depois colapso das capturas (80 t em 1980).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DB-SRA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Depletion-Based Stock Reduction Analysis: da captura e de uma depleção assumida até K, MSY e OFL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DB-SRA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et al.: reconstruir a biomassa a partir da captura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estocástica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Walters et al.: sorteio de parâmetros (Monte Carlo)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MacCall: captura média corrigida pela depleção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F3A7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&amp; MacCall: junta tudo com uma nova função de produção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estima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sustentável e pontos de referência de manejo: K, Bmsy, Fmsy, MSY e o limite de sobrepesca (OFL = captura ao pescar o estoque atual no Fmsy).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17220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427024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1344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precisa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de capturas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 (M) e idade de maturação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ideia da depleção atual (B/K recente)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índice de abundância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central: só um K “fecha a conta”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4630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338" y="16038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série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(estoque não explorado)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1363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146304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16038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ano a ano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Retiradas conhecidas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série histórica)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5411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555480" y="1463040"/>
            <a:ext cx="640080" cy="6400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298" y="160385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recente 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= depleção assumida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(ex.: 30% de K)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6400800" cy="2331720"/>
          </a:xfrm>
          <a:prstGeom prst="roundRect">
            <a:avLst>
              <a:gd name="adj" fmla="val 549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4069080"/>
            <a:ext cx="5943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 DB-SRA faz: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tamanho de estoque (K), com essa produtividade, sai de </a:t>
            </a:r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K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e, depois de todas essas capturas, termina exatamente em </a:t>
            </a:r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 K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269480" y="3931920"/>
            <a:ext cx="43434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406640" y="4005072"/>
            <a:ext cx="40690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o objetivo é achar K?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Sim! Em cada sorteio, M, Fmsy/M e Bmsy/K ficam fixos e só K é procurado. Achado K, Bmsy, MSY e OFL saem direto. Repetindo 10.000 vezes, temos uma distribuição de K (e de todo o resto).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motor: dinâmica com atraso + produção de Fletcher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d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803" y="1828800"/>
            <a:ext cx="4134394" cy="4212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 ontem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1460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0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produção gerada pela biomassa de a anos atrás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de ontem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84448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785616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896258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89888" y="37856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atraso “a”?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398264"/>
            <a:ext cx="5303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 leva “a” anos (maturação) para se reproduzir: a produção de hoje vem dos reprodutores de a anos atrás.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20" name="Image 2" descr="/tmp/sam/eq/fletc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3048000" cy="476794"/>
          </a:xfrm>
          <a:prstGeom prst="rect">
            <a:avLst/>
          </a:prstGeom>
        </p:spPr>
      </p:pic>
      <p:pic>
        <p:nvPicPr>
          <p:cNvPr id="21" name="Image 3" descr="/tmp/sam/eq/gam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96712"/>
            <a:ext cx="2800023" cy="478101"/>
          </a:xfrm>
          <a:prstGeom prst="rect">
            <a:avLst/>
          </a:prstGeom>
        </p:spPr>
      </p:pic>
      <p:pic>
        <p:nvPicPr>
          <p:cNvPr id="22" name="Image 4" descr="/tmp/sam/fig/db_hyb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554480"/>
            <a:ext cx="5029200" cy="316382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675120" y="4937760"/>
            <a:ext cx="489204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812280" y="5010912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híbrida: 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Bmsy/K &lt; 0,5, abaixo de um “ponto de junção” a curva vira uma reta (Schaefer). Isso evita que o estoque se recupere rápido demais quando está muito baixo.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entradas sorteadas, uma incógnita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pic>
        <p:nvPicPr>
          <p:cNvPr id="8" name="Image 0" descr="/tmp/sam/fig/d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1554480" cy="850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centrada na melhor estimativa (desvio log ≈ 0,4)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9748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Fmsy/M</a:t>
            </a:r>
            <a:endParaRPr lang="en-US" sz="2400" dirty="0"/>
          </a:p>
        </p:txBody>
      </p:sp>
      <p:pic>
        <p:nvPicPr>
          <p:cNvPr id="15" name="Image 1" descr="/tmp/sam/fig/d_F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377440"/>
            <a:ext cx="1554480" cy="8503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Fmsy / M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280720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Lognormal, média ≈ 0,8 (desvio log ≈ 0,2)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10896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10896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463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Bmsy/K</a:t>
            </a:r>
            <a:endParaRPr lang="en-US" sz="2400" dirty="0"/>
          </a:p>
        </p:txBody>
      </p:sp>
      <p:pic>
        <p:nvPicPr>
          <p:cNvPr id="22" name="Image 2" descr="/tmp/sam/fig/d_B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77440"/>
            <a:ext cx="1554480" cy="85039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5604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o pico da produção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≈ 0,4 (0,25 para linguados)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25780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5780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9516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9516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Bt/K</a:t>
            </a:r>
            <a:endParaRPr lang="en-US" sz="2400" dirty="0"/>
          </a:p>
        </p:txBody>
      </p:sp>
      <p:pic>
        <p:nvPicPr>
          <p:cNvPr id="29" name="Image 3" descr="/tmp/sam/fig/d_B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377440"/>
            <a:ext cx="1554480" cy="85039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0488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no ano recente T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10488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definida pelo analista (dp ≈ 0,1)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40664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40664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235440" y="164592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25400">
            <a:solidFill>
              <a:srgbClr val="F3A712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92354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36" name="Shape 30"/>
          <p:cNvSpPr/>
          <p:nvPr/>
        </p:nvSpPr>
        <p:spPr>
          <a:xfrm>
            <a:off x="10012680" y="242316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31" y="2604211"/>
            <a:ext cx="460858" cy="46085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3268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virgem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372600" y="3703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sorteado: é resolvido numericamente para bater com o Bt/K sorteado.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548640" y="5349240"/>
            <a:ext cx="11064240" cy="91440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85800" y="542239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é, de longe, a entrada mais influente. Depleção assumida mais alta → MSY e captura sustentável maiores. Sempre teste mais de um cenário (ex.: 0,2 / 0,3 / 0,4).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 K, as quantidades de manejo saem direto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47088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/tmp/sam/eq/fmsy_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55866"/>
            <a:ext cx="1756954" cy="5116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1673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por pesca no MSY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duas entradas sorteadas. Não depende de 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1" descr="/tmp/sam/eq/u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80281"/>
            <a:ext cx="3409406" cy="54646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26151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exploração no MSY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2953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F instantânea em fração capturada por ano (equação de Baranov). Não depende de 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8386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730752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/tmp/sam/eq/bmsy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638441"/>
            <a:ext cx="1717766" cy="5138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52160" y="355701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MSY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de K onde a produção é máxima.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42569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672584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3" name="Image 3" descr="/tmp/sam/eq/msy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696750"/>
            <a:ext cx="2057400" cy="2808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44988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máximo sustentável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ótima × biomassa a que ela se aplica.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536752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5614416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8" name="Image 4" descr="/tmp/sam/eq/ofl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638582"/>
            <a:ext cx="1815737" cy="2808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852160" y="5440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sobrepesca (OFL)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5779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ao pescar o estoque ATUAL (biomassa no ano T) na taxa ótima.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 três camadas, uma dentro da outra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4663440"/>
          </a:xfrm>
          <a:prstGeom prst="roundRect">
            <a:avLst>
              <a:gd name="adj" fmla="val 3137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· Sorteio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(10.000 vezes)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M, Fmsy/M, Bmsy/K e Bt/K-alvo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6035040" cy="3566160"/>
          </a:xfrm>
          <a:prstGeom prst="roundRect">
            <a:avLst>
              <a:gd name="adj" fmla="val 4103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· Busca por K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(várias tentativas por rodada)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71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um K, compara o B/K final com o alvo, ajusta K e tenta de novo (como uma bisseção)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80160" y="3657600"/>
            <a:ext cx="53035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· Projeção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(uma vez por K testado)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a série de capturas ano a ano:</a:t>
            </a:r>
            <a:endParaRPr lang="en-US" sz="1350" dirty="0"/>
          </a:p>
        </p:txBody>
      </p:sp>
      <p:pic>
        <p:nvPicPr>
          <p:cNvPr id="15" name="Image 0" descr="/tmp/sam/eq/d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975" y="4617720"/>
            <a:ext cx="3031889" cy="30893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0876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a trajetória e o B/K no ano 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rodada é aceita se: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680960" y="21945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2951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75320" y="2148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sempre positiva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não colapsa com aquelas capturas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680960" y="306324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31638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75320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nunca acima de 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o teto (tolerância pequena)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680960" y="393192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40325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75320" y="38862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no ano T bate com o alvo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tolerância (ex.: ±0,01)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49011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75320" y="47548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converge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número máximo de tentativas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680960" y="5669280"/>
            <a:ext cx="39319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818120" y="5742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rodadas rejeitadas também informam!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(1/3): o que não depende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desta rodada (sorteadas):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0,20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316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= 0,80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alvo = 0,30 (1980)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2316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anos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 = 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 → n = 2 (Schaefer) e γ = 4: assim evitamos resolver n numericamente.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200" dirty="0"/>
          </a:p>
        </p:txBody>
      </p:sp>
      <p:pic>
        <p:nvPicPr>
          <p:cNvPr id="22" name="Image 0" descr="/tmp/sam/eq/ex_fm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840480"/>
            <a:ext cx="2743200" cy="29489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477316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773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200" dirty="0"/>
          </a:p>
        </p:txBody>
      </p:sp>
      <p:pic>
        <p:nvPicPr>
          <p:cNvPr id="25" name="Image 1" descr="/tmp/sam/eq/ex_u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663440"/>
            <a:ext cx="4720808" cy="481149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8640" y="559612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5596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pic>
        <p:nvPicPr>
          <p:cNvPr id="28" name="Image 2" descr="/tmp/sam/eq/ex_ms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0"/>
            <a:ext cx="3515868" cy="29489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675120" y="1600200"/>
            <a:ext cx="4937760" cy="2103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12280" y="1673352"/>
            <a:ext cx="4663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mesmo: Fmsy e Umsy NÃO dependem de K!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só usam M e Fmsy/M. Já o MSY em toneladas depende de K: aqui só sabemos que MSY = 6,7% de K.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675120" y="397764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7628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0" y="4289450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16368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Umsy &lt; Fmsy?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903720" y="4791456"/>
            <a:ext cx="4480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é uma taxa instantânea. Durante o ano, a mortalidade natural (M) também “come” parte dos peixes. Por isso, a fração efetivamente capturada no ano (13,4%) é menor que F (16%).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(2/3): testando valores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64922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45920"/>
          <a:ext cx="4434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43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testado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(0,067K)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em 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2.015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alto demais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1.344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alto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1.008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1.209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demais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1.263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ACERTOU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206240"/>
            <a:ext cx="4434840" cy="20574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279392"/>
            <a:ext cx="41605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da busca: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grande → as capturas pesam pouco e B/K termina alto. K pequeno → as capturas pesam muito e o estoque cai demais (ou colapsa). O K certo fica entre os dois.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(3/3): a rodada aceita e o manejo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234440"/>
                <a:gridCol w="132588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= 0 em 1951–52: efeito do atraso de a = 2 anos (os reprodutores ainda eram K).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6002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600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18.804 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2313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 = 0,5K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31343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9.402 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720840" y="3026664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026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0266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1.263 t/ano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20840" y="3739896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7398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 / Umsy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73989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0,16 / 0,134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720840" y="4453128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4531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= Umsy × B₁₉₈₀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4453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758 t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6720840" y="5257800"/>
            <a:ext cx="489204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533095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= um K.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rodadas com entradas diferentes = uma distribuição para K, MSY, OFL…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sorteados × aceitos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/tmp/sam/fig/db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680960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60020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2414016"/>
            <a:ext cx="2743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branca = tudo que foi sorteado. Barra azul = o que sobreviveu aos critérios. A razão entre elas é a taxa de aceitação local.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412480" y="384048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13648" y="40416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90" y="41522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53728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aqui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641080" y="4654296"/>
            <a:ext cx="27432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3.481 de 4.000 rodadas aceitas (87%). As rejeições se concentram em Bt/K baixo: depleções inalcançáveis sem colapso.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577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feita para esta aula com a série-exemplo: M ~ LN(0,2; 0,4), Fmsy/M ~ LN(0,8; 0,2), Bmsy/K ~ Beta(0,4; 0,1), Bt/K ~ Beta(0,3; 0,1), a = 2.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trajetórias e pontos de referência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6" name="Image 0" descr="/tmp/sam/fig/db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400800" cy="3904488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45920"/>
          <a:ext cx="4434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14.707 – 39.149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5.717 – 14.049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 – 1.628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 – 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 – 2.162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343400"/>
            <a:ext cx="4434840" cy="19202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416552"/>
            <a:ext cx="41605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um número, é uma distribuição. Para manejo, pode-se usar a mediana ou um percentil mais conservador (ex.: 25%) do OFL.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DB-SRA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assumida manda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 o input mais sensível e quase sempre o menos conhecido.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“Viagem só de ida”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melhor quando o estoque caiu de forma contínua. Colapsos seguidos de recuperação atrapalham.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precisa ser boa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incompleta ou com viés vai direto para K e para todos os pontos de referência.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Estoques perto de K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depleção = pouca informação: o método tende a dar MSY alto demais.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fracamente informado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de captura quase não informa esse parâmetro: ele reflete o prior.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índice nem erro de processo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CPUE e não trata variação ambiental no recrutamento.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e espaço-estado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comum do CMSY++ e do JABBA: prior, verossimilhança, posterior, MCMC e os dois tipos de erro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bayesiana: juntar o que já sabíamos com o que os dados dizem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ba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551" y="1737360"/>
            <a:ext cx="4970417" cy="4343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4320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 p(θ)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 dos dados. Ex.: r de uma espécie de resiliência média fica entre 0,2 e 0,8.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Verossimilhança  p(dados | θ)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o modelo, com o valor θ, explica os dados observados.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 p(θ | dados)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715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ATUALIZADO: prior × verossimilhança, normalizado.</a:t>
            </a:r>
            <a:endParaRPr lang="en-US" sz="1250" dirty="0"/>
          </a:p>
        </p:txBody>
      </p:sp>
      <p:pic>
        <p:nvPicPr>
          <p:cNvPr id="17" name="Image 1" descr="/tmp/sam/fig/bayes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697480"/>
            <a:ext cx="594360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bolso: três valores possíveis de 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candidato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Verossimilhança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× Verossim.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 / 0,40 = 0,06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 / 0,40 = 0,75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 / 0,40 = 0,19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Multiplique prior × verossimilhança em cada linha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tudo (0,40): é a constante de normalização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5321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532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cada linha pela soma → posterior soma 1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98080" y="15544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3"/>
          <p:cNvSpPr/>
          <p:nvPr/>
        </p:nvSpPr>
        <p:spPr>
          <a:xfrm>
            <a:off x="7498080" y="5074920"/>
            <a:ext cx="4114800" cy="1188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514807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“puxaram” a probabilidade para r = 0,4, mas o prior ainda pesa nas outras opções.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MCMC: como o computador “monta” a posterior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6" name="Image 0" descr="/tmp/sam/fig/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0664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47283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conjunto de parâmetros perto do atual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3756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2044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082" y="472836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verossimilhança do novo com o atual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936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472836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ou não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→ aceita; pior → aceita às vezes (com probabilidade)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91540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922" y="472836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73836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909828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de milhares de vezes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138160" y="15544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3667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366760" y="21488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Burn-in: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descartado, antes da cadeia estabilizar.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Thinning: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1 a cada n amostras.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2–3 em paralelo e checar se concordam.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que faz tudo isso no CMSY++ e no JABBA.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espaço-estado: o que existe × o que medimos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(estado oculto)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85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(o que medimos)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470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0116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758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404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805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B₃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720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I₃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834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046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6692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093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B₄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4008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I₄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8122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8580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406640" y="2240280"/>
            <a:ext cx="731520" cy="7315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574" y="2401214"/>
            <a:ext cx="409651" cy="409651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406640" y="44348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574" y="4595774"/>
            <a:ext cx="409651" cy="409651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48640" y="5669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processo: a natureza desvia da equação (recrutamento, ambiente…)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989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observação: a medida desvia da biomassa (amostragem, frota…)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412480" y="1600200"/>
            <a:ext cx="3200400" cy="4663440"/>
          </a:xfrm>
          <a:prstGeom prst="roundRect">
            <a:avLst>
              <a:gd name="adj" fmla="val 342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só a captura?</a:t>
            </a:r>
            <a:endParaRPr lang="en-US" sz="1600" dirty="0"/>
          </a:p>
        </p:txBody>
      </p:sp>
      <p:sp>
        <p:nvSpPr>
          <p:cNvPr id="48" name="Text 43"/>
          <p:cNvSpPr txBox="1"/>
          <p:nvPr/>
        </p:nvSpPr>
        <p:spPr>
          <a:xfrm>
            <a:off x="8641080" y="2414016"/>
            <a:ext cx="27432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biomassa dependesse só da captura, bastaria a equação. Mas: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recrutamento varia muito entre anos;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ambiente muda a produtividade;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captura tem erro de registro.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espaço-estado deixa a biomassa real “desviar” da equação a cada ano.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processo × erro de observação, na prática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/tmp/sam/fig/proc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675120" cy="3621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60020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0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45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47888" y="18013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41401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azul se afasta da cinza: a população REAL mudou por causa da natureza.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406640" y="324612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34472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50" y="355793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47888" y="34472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observação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405993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se afastam da linha azul: NOSSA MEDIDA errou, a população não.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406640" y="4937760"/>
            <a:ext cx="4206240" cy="13258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543800" y="501091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dois evita que um ano de CPUE esquisita “arraste” a trajetória inteira.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ilustrativa: mesma série de capturas; modelo determinístico (cinza), biomassa com erro de processo (azul) e índice com erro de observação (pontos).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CMSY++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resiliência: sorteando pares (r, k) e ficando com os que a história de captura permite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CMSY++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&amp; Tagart: reconstruir B a partir da captura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Catch-MSY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Martell &amp; Froese: sortear pares (r, k) e filtrar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 + BSM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corrige vieses e cria a versão bayesiana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priors melhores, rede neural, tudo no JAGS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estoques do mundo nunca foi avaliada: não há índice nem dados de idade. Quase sempre há captura.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18464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MSY, Fmsy, Bmsy e o estado do estoque (B/Bmsy, F/Fmsy) a partir de captura + resiliência.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8138160" y="4069080"/>
            <a:ext cx="3474720" cy="219456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75320" y="4142232"/>
            <a:ext cx="32004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2.000 avaliações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já usaram o método (~80% na versão CMSY++).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princípio: não resolver k, mas SORTEAR pares (r, k) e filtrar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03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Sorteia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(r, k) dos priors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13639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903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5196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Simula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ano a ano com a captura observada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97103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037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trajetória cabe nas janelas de B/k?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80567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5256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35440" y="1783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1" y="190378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212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23544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pares “viáveis” e repete milhares de vezes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 r: resiliência (FishBase)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r (ano⁻¹)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– 1,5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– 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0,015 – 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de depleção (B/k): prior de biomassa</a:t>
            </a:r>
            <a:endParaRPr lang="en-US" sz="15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assumido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(pouco explorado)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– 0,9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(muito explorado)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– 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25"/>
          <p:cNvSpPr txBox="1"/>
          <p:nvPr/>
        </p:nvSpPr>
        <p:spPr>
          <a:xfrm>
            <a:off x="630936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 no início, (opcional) no meio e no fim da série.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por trás: Schaefer (com um freio em biomassa baixa)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21792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cmsy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219" y="1691640"/>
            <a:ext cx="4470763" cy="783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Bₜ₊₁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do próximo ano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5176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deste ano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intrínseca: a entrada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65176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176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captura: a saída pela pesca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6217920" cy="1143000"/>
          </a:xfrm>
          <a:prstGeom prst="roundRect">
            <a:avLst>
              <a:gd name="adj" fmla="val 960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977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B/k &lt; 0,25 (depensação):</a:t>
            </a:r>
            <a:endParaRPr lang="en-US" sz="1350" dirty="0"/>
          </a:p>
        </p:txBody>
      </p:sp>
      <p:pic>
        <p:nvPicPr>
          <p:cNvPr id="25" name="Image 1" descr="/tmp/sam/eq/cmsy_d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31" y="4315968"/>
            <a:ext cx="3415937" cy="52251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8640" y="52120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4·B/k vai de 0 (colapso) a 1 (em B/k = 0,25): estoques muito baixos crescem mais devagar.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7132320" y="1600200"/>
            <a:ext cx="4480560" cy="2651760"/>
          </a:xfrm>
          <a:prstGeom prst="roundRect">
            <a:avLst>
              <a:gd name="adj" fmla="val 482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6092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 r e k, o manejo sai fácil: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r·k / 4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7498080" y="2715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2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749808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/ 2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3666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F(t) =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C(t) / B(t)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7132320" y="4526280"/>
            <a:ext cx="448056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269480" y="4599432"/>
            <a:ext cx="4206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curva de Schaefer que vimos: simétrica, com pico em k/2.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(1/2): testando um par (r, k) na mão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deste exemplo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entre 0,1 e 0,8 (resiliência baixa/média)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entre 5.000 e 60.000 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inicial (1950) = 1,0 (virgem)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(1980) entre 0,01 e 0,4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testado: r = 0,2 e k = 20.000 t</a:t>
            </a:r>
            <a:endParaRPr lang="en-US" sz="1700" dirty="0"/>
          </a:p>
        </p:txBody>
      </p:sp>
      <p:pic>
        <p:nvPicPr>
          <p:cNvPr id="11" name="Image 0" descr="/tmp/sam/eq/ex_cmsy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4863302" cy="423781"/>
          </a:xfrm>
          <a:prstGeom prst="rect">
            <a:avLst/>
          </a:prstGeom>
        </p:spPr>
      </p:pic>
      <p:pic>
        <p:nvPicPr>
          <p:cNvPr id="12" name="Image 1" descr="/tmp/sam/eq/ex_cmsy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88920"/>
            <a:ext cx="5024301" cy="42378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1980. Em cada ano também sai a mortalidade por pesca: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931920"/>
          <a:ext cx="5943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28016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C/B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5669280" y="5623560"/>
            <a:ext cx="5943600" cy="658368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806440" y="56967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= 0,06: está dentro da janela [0,01 – 0,4] → par VIÁVEL.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(2/2): quais pares sobrevivem à história de captura?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63093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709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960120"/>
                <a:gridCol w="146304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1980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da janela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903720" y="4069080"/>
            <a:ext cx="4709160" cy="219456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0" y="4142232"/>
            <a:ext cx="4434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pares viáveis, com MSY diferentes (1.000 e 1.500 t). Não existe “o” par certo: existe uma nuvem de pares compatíveis. Por isso o CMSY testa milhares de pares e resume a nuvem.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trajetórias: milhares de testes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/tmp/sam/img/image27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577840" cy="3136392"/>
          </a:xfrm>
          <a:prstGeom prst="rect">
            <a:avLst/>
          </a:prstGeom>
        </p:spPr>
      </p:pic>
      <p:pic>
        <p:nvPicPr>
          <p:cNvPr id="7" name="Image 1" descr="/tmp/sam/img/image28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577840" cy="31272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(r, k) gera uma trajetória de B/k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ficam as que passam pelas janelas (barras pretas)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194560" y="5394960"/>
            <a:ext cx="7772400" cy="8686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31720" y="5468112"/>
            <a:ext cx="7498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CMSY pode testar mais de 10.000 trajetórias — todas precisam ser compatíveis com a história de captura.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“triângulo” de pares viáveis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67665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60020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08" y="180136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45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47888" y="18013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de 3000 pares viáveis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414016"/>
            <a:ext cx="37490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5,7% dos pares sorteados sobreviveram. MSY dos viáveis: mediana ≈ 1.000 t/ano.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406640" y="3749040"/>
            <a:ext cx="4206240" cy="2514600"/>
          </a:xfrm>
          <a:prstGeom prst="roundRect">
            <a:avLst>
              <a:gd name="adj" fmla="val 4364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39502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50" y="406085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47888" y="3950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triângulo?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4562856"/>
            <a:ext cx="37490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 baixo, muitos valores de k funcionam (faixa larga). Com r alto, só um k bem específico e menor funciona. O CMSY estima r perto da “ponta” do triângulo, e não no centro da nuvem, para evitar viés.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CMSY++ trouxe de novo (Froese et al., 2023)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partir de um prior de MSY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prior de MSY sai do padrão da captura. Como MSY = rk/4, então k = 4·MSY/r: prior de k mais estreito e informativo.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01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13448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conjunto para r e k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45973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duas “caixas” independentes, uma normal bivariada em log(r), log(k) com correlação negativa (ρ ≈ −0,76): a elipse que substitui o triângulo.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sugerida por rede neural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79145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Treinada em ~400 estoques reais, sugere B/k a partir do formato da série de captura. É uma ajuda, não substitui o conhecimento local.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73368" y="417880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1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13448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 e BSM: o mesmo modelo no JAGS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791456"/>
            <a:ext cx="49834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CPUE, as janelas de B/k funcionam como “observações” fracas. Com CPUE, o mesmo modelo ajusta o índice (BSM).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gráficas: como ler o painel do CMSY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pic>
        <p:nvPicPr>
          <p:cNvPr id="6" name="Image 0" descr="/tmp/sam/img/image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223760" cy="4517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691640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7922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600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 MSY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passou do MSY em algum período?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955280" y="2624328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72491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49640" y="25328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e B/Bmsy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estoque está em relação ao Bmsy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955280" y="3557016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6576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49640" y="346557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F/Fmsy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pesca está acima da taxa sustentável?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955280" y="4489704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59028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49640" y="43982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 (B/Bmsy × F/Fmsy)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saudável; vermelho = sobrepescado e em sobrepesca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955280" y="5422392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552297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549640" y="533095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r–k / histogramas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larga = resultado dominado pelos priors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CMSY++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raciocínio circular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prior de B/k diz “sobrepescado”, o resultado tende a dizer “sobrepescado”.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pouco identificável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 ajusta para caber na janela de depleção, e pode ir para o limite do prior.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captura ≠ queda de biomassa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mercado ou retração da frota também derrubam a captura.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Schaefer é simplificação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subestimar a biomassa necessária para sustentar capturas em abundância baixa.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podem forçar formas irreais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de biomassa impõem um formato que os dados talvez não sustentem.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não avaliação completa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leitura precaucionária quando nada melhor é viável.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JABBA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Another Bayesian Biomass Assessment: captura + índice de abundância num modelo bayesiano espaço-estado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JABBA e o que ele tenta resolver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60704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6636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1978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Fletcher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 &amp; Millar: Bayes espaço-estado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46920" y="1801368"/>
            <a:ext cx="420624" cy="42062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29718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JABBA: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combinação de produtividade (r) e tamanho de estoque (K) explica, AO MESMO TEMPO, quanto foi retirado (captura) e o que o índice de abundância mostrou ao longo do tempo?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6360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746650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8988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exige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capturas + pelo menos um índice de abundância (CPUE), com ou sem erro-padrão.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29768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46360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4746650"/>
            <a:ext cx="281635" cy="28163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13892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K, depleção inicial (ψ), q e variâncias: com defaults razoáveis, mas ajustáveis.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04672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47888" y="4636008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4746650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88796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827532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 generalizado, espaço-estado, MCMC no JAGS, rodado a partir do R.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produção no JABBA: Pella-Tomlinson generalizado (r, K, m)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pic>
        <p:nvPicPr>
          <p:cNvPr id="6" name="Image 0" descr="/tmp/sam/eq/pe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605784" cy="628323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(1,001)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 (BmsyK = 0,4)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Pella_m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(com prior)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referência:</a:t>
            </a:r>
            <a:endParaRPr lang="en-US" sz="1500" dirty="0"/>
          </a:p>
        </p:txBody>
      </p:sp>
      <p:pic>
        <p:nvPicPr>
          <p:cNvPr id="9" name="Image 1" descr="/tmp/sam/eq/jb_bms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12080"/>
            <a:ext cx="1769364" cy="276279"/>
          </a:xfrm>
          <a:prstGeom prst="rect">
            <a:avLst/>
          </a:prstGeom>
        </p:spPr>
      </p:pic>
      <p:pic>
        <p:nvPicPr>
          <p:cNvPr id="10" name="Image 2" descr="/tmp/sam/eq/jb_fms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5120640"/>
            <a:ext cx="1975104" cy="440871"/>
          </a:xfrm>
          <a:prstGeom prst="rect">
            <a:avLst/>
          </a:prstGeom>
        </p:spPr>
      </p:pic>
      <p:pic>
        <p:nvPicPr>
          <p:cNvPr id="11" name="Image 3" descr="/tmp/sam/eq/jb_ms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806440"/>
            <a:ext cx="1826187" cy="252766"/>
          </a:xfrm>
          <a:prstGeom prst="rect">
            <a:avLst/>
          </a:prstGeom>
        </p:spPr>
      </p:pic>
      <p:pic>
        <p:nvPicPr>
          <p:cNvPr id="12" name="Image 4" descr="/tmp/sam/eq/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5669280"/>
            <a:ext cx="674043" cy="495735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6400800" y="164592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660196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2610" y="1957730"/>
            <a:ext cx="281635" cy="28163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42048" y="18470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JABBA ESTIMA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6629400" y="2459736"/>
            <a:ext cx="4754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(produção)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de cada índice (capturabilidade)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= B₁/K (depleção inicial)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variâncias de processo e de observação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6400800" y="402336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6601968" y="4224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610" y="4335170"/>
            <a:ext cx="281635" cy="28163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242048" y="42245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 DERIVADO</a:t>
            </a:r>
            <a:endParaRPr lang="en-US" sz="1600" dirty="0"/>
          </a:p>
        </p:txBody>
      </p:sp>
      <p:sp>
        <p:nvSpPr>
          <p:cNvPr id="22" name="Text 12"/>
          <p:cNvSpPr txBox="1"/>
          <p:nvPr/>
        </p:nvSpPr>
        <p:spPr>
          <a:xfrm>
            <a:off x="6629400" y="4837176"/>
            <a:ext cx="4754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MSY, Bmsy, Fmsy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F, B/Bmsy e F/Fmsy de cada ano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Kobe, projeções sob diferentes capturas (TACs)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equações do JABBA: processo e observação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5957"/>
            </a:avLst>
          </a:prstGeom>
          <a:solidFill>
            <a:srgbClr val="E4EBF3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6517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· biomassa ano a ano</a:t>
            </a:r>
            <a:endParaRPr lang="en-US" sz="1200" dirty="0"/>
          </a:p>
        </p:txBody>
      </p:sp>
      <p:pic>
        <p:nvPicPr>
          <p:cNvPr id="9" name="Image 0" descr="/tmp/sam/eq/jb_p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785" y="2240280"/>
            <a:ext cx="6237950" cy="67926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154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B/K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(biomassa relativa)  ·  </a:t>
            </a:r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e^η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erro de processo  ·  </a:t>
            </a:r>
            <a:pPr algn="ctr"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= ψ </a:t>
            </a:r>
            <a:pPr algn="ctr"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(depleção inicial)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5760720" cy="2331720"/>
          </a:xfrm>
          <a:prstGeom prst="roundRect">
            <a:avLst>
              <a:gd name="adj" fmla="val 549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069080"/>
            <a:ext cx="283464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· ligação com a CPUE</a:t>
            </a:r>
            <a:endParaRPr lang="en-US" sz="1200" dirty="0"/>
          </a:p>
        </p:txBody>
      </p:sp>
      <p:pic>
        <p:nvPicPr>
          <p:cNvPr id="14" name="Image 1" descr="/tmp/sam/eq/jb_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4617720"/>
            <a:ext cx="1755648" cy="4528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é proporcional à biomassa. q (capturabilidade) só muda a ESCALA; e^ε é o erro de observação.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83680" y="3931920"/>
            <a:ext cx="50292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20840" y="4005072"/>
            <a:ext cx="47548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importante: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 absorve a escala, só a FORMA do índice importa — quanto ele caiu ou subiu. Multiplicar toda a CPUE por 3 não muda nada: o modelo só estima um q três vezes maior.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(1/4): o caminho em uma linha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(r, K, m) + captura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candidato(t)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94560" cy="777240"/>
          </a:xfrm>
          <a:prstGeom prst="chevron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q̂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2194560" cy="777240"/>
          </a:xfrm>
          <a:prstGeom prst="chevron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prevista(t)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2194560" cy="77724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2980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CPUE observada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a direção: a biomassa do candidato vira previsão de índice. O índice observado nunca é “convertido” em biomassa.</a:t>
            </a:r>
            <a:endParaRPr lang="en-US" sz="13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CPUE obs.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0,40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10.000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0632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632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B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0632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20.000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5778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F3A7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C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14.286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83880" y="4206240"/>
            <a:ext cx="3429000" cy="20574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4279392"/>
            <a:ext cx="31546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têm o MESMO MSY. Olhando só a captura, não dá para escolher. Quem desempata é a CPUE.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(2/4): Passo 1 — cada candidato gera sua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66751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1600200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8" name="Image 0" descr="/tmp/sam/eq/cmsy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866" y="1783080"/>
            <a:ext cx="2831483" cy="49638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2697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 (m = 2), B₁ = 0,95K, k = K</a:t>
            </a:r>
            <a:endParaRPr lang="en-US" sz="11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3154680"/>
          <a:ext cx="43434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Cand.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Cand.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Cand.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269480" y="4800600"/>
            <a:ext cx="4343400" cy="14630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406640" y="4873752"/>
            <a:ext cx="40690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CPUE ainda não entrou!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passo usa só r, K, m e a captura. Cada candidato tem uma trajetória em toneladas bem diferente.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(3/4): q̂ transforma biomassa em CPUE prevista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pic>
        <p:nvPicPr>
          <p:cNvPr id="6" name="Image 0" descr="/tmp/sam/eq/q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069771" cy="343989"/>
          </a:xfrm>
          <a:prstGeom prst="rect">
            <a:avLst/>
          </a:prstGeom>
        </p:spPr>
      </p:pic>
      <p:pic>
        <p:nvPicPr>
          <p:cNvPr id="7" name="Image 1" descr="/tmp/sam/eq/ip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1371600" cy="3744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971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q̂ é o fator de escala que melhor encaixa a FORMA de cada trajetória no índice observado.</a:t>
            </a:r>
            <a:endParaRPr lang="en-US" sz="13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526280"/>
            <a:ext cx="4754880" cy="173736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4599432"/>
            <a:ext cx="44805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a direção!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chutamos um q para transformar a CPUE observada em biomassa: isso seria circular, porque q é uma incógnita. Partimos da biomassa do candidato e prevemos o índice.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0" y="1508760"/>
          <a:ext cx="62179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(4/4): Passo 4 — transformar o erro em nota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pic>
        <p:nvPicPr>
          <p:cNvPr id="6" name="Image 0" descr="/tmp/sam/eq/s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962656" cy="624405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365760" y="25146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60720" y="1600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 = log(CPUE obs.) − log(CPUE prevista). Somando os quadrados dos 15 anos: A erra ~2,9% em média, C ~4,3% e B ~6,4%.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760720" y="2560320"/>
            <a:ext cx="5852160" cy="1783080"/>
          </a:xfrm>
          <a:prstGeom prst="roundRect">
            <a:avLst>
              <a:gd name="adj" fmla="val 717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89320" y="2606040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SSQ  →  maior verossimilhança  →  mais peso na posterior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erro lognormal, a log-verossimilhança é −SSQ/(2σ²) + constante. O candidato A, que erra pouco e sem padrão, é o mais plausível.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60720" y="4572000"/>
            <a:ext cx="5852160" cy="16916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97880" y="4645152"/>
            <a:ext cx="55778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MCMC faz: </a:t>
            </a:r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essa conta, para dezenas de milhares de combinações de (r, K, q, ψ, σ…), pesando também os priors. A nuvem de combinações visitadas É a posterior.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junto: a posterior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post_j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354" y="1874520"/>
            <a:ext cx="7258812" cy="3161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0815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319217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988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da CPUE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 | B, q, σ)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a CPUE prevista bate com a observada (o Passo 4).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29768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308152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490" y="319217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3892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 | r, K, ψ, C)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segue a produção menos a captura, com erro de processo.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04672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3081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530" y="3192170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8796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p(r) p(K) p(q) p(ψ) p(σ)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antes: r pela biologia, K ~ 8 × captura máx. por padrão.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303520"/>
            <a:ext cx="1106424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5376672"/>
            <a:ext cx="10789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 no fit_jabba(): </a:t>
            </a:r>
            <a:pPr indent="0" marL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cadeias × 30.000 iterações, 5.000 de burn-in, thinning 5 → 10.000 amostras. Cada amostra é um “mundo possível” com r, K, q e toda a trajetória de biomassa.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ajuste e priors × posteriors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pic>
        <p:nvPicPr>
          <p:cNvPr id="6" name="Image 0" descr="/tmp/sam/fig/jb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120640" cy="3364992"/>
          </a:xfrm>
          <a:prstGeom prst="rect">
            <a:avLst/>
          </a:prstGeom>
        </p:spPr>
      </p:pic>
      <p:pic>
        <p:nvPicPr>
          <p:cNvPr id="7" name="Image 1" descr="/tmp/sam/fig/jb_priorp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5943600" cy="2231136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977640"/>
          <a:ext cx="5852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(IC 95%)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usado para gerar os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 (0,34–0,55)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9.481 (7.949–11.672)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 (982–1.115)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120640"/>
            <a:ext cx="5029200" cy="11430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5193792"/>
            <a:ext cx="4754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muito mais estreita que o prior: a CPUE foi informativa. Se as duas fossem parecidas, o resultado viria só do prior!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760720" y="5577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bayesiano simplificado do exemplo (Schaefer, sem erro de processo), feito para esta aula.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status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pic>
        <p:nvPicPr>
          <p:cNvPr id="6" name="Image 0" descr="/tmp/sam/fig/jb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675120" cy="2715768"/>
          </a:xfrm>
          <a:prstGeom prst="rect">
            <a:avLst/>
          </a:prstGeom>
        </p:spPr>
      </p:pic>
      <p:pic>
        <p:nvPicPr>
          <p:cNvPr id="7" name="Image 1" descr="/tmp/sam/fig/jb_k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08760"/>
            <a:ext cx="4343400" cy="3703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B/Bmsy no ano 15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 (1,27–1,41)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93192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60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F/Fmsy no ano 15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 (0,48–0,61)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315200" y="5349240"/>
            <a:ext cx="4343400" cy="914400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52360" y="542239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no quadrante verde: B &gt; Bmsy e F &lt; Fmsy.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Diagnósticos: o ajuste presta?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754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sinal: resíduos pequenos, oscilando em torno de zero, sem sequência longa de mesmo sinal.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 e runs test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ou sequências longas = índice e modelo em conflito.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1540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SDNR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erro de ajuste (RMSE &lt; 30% é aceitável).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(Mohn's ρ)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os últimos anos e vê se a estimativa muda muito.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Hindcast (MASE)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prevê a CPUE que ele não viu? Melhor que um palpite ingênuo?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9788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concordam? Testes de Geweke e Heidelberger.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540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posterior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informaram algo, ou tudo veio do prior?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que não mede abundância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hiperestabilidade ou mudança de frota: o modelo lê a forma da CPUE como se fosse abundância.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confundidos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curto, plano ou ruidoso → a posterior de r e K volta a ser o prior.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 “absorve tudo”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σ de processo fica grande, a biomassa se ajusta a qualquer coisa e explica pouco.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pode fixar o resultado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prior forte de depleção inicial condiciona a trajetória inteira.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é uma escolha biológica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Schaefer, Fox ou Pella mudam Bmsy/K e o status. Teste cenários.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podem ser vagos demais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padrão servem para começar, não para terminar: use a biologia da espécie.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métodos lado a lado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DB-SRA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CMSY++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JABBA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M, maturação + depleção atual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resiliência + janelas de B/k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índice(s) de abundância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acha r / 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K para cada sorteio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pares (r, k) e filtra / Bayes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bayesiano à CPUE (MCMC)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da produção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Pella-Tomlinson-Fletcher (híbrido)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 + depensação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 (Fox, Schaefer, Pella)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processo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(no JAGS)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manda no 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depleção assumida (Bt/K)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priors de B/k (e 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 do índice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estimativa de captura sustentável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status com só captura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quando há um índice confiável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15000"/>
            <a:ext cx="1106424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7881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“o melhor” método. Rodar mais de um e comparar (ex.: DB-SRA × CMSY++ × JABBA) mostra quanto o resultado depende das premissas.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 no R!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fishmethods::dbsra()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CMSY++ (Froese et al.) + JAGS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389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JABBA::build_jabba() + fit_jabba()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822960"/>
            <a:ext cx="420624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tmp/sam/img/imag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078992"/>
            <a:ext cx="3749040" cy="1316736"/>
          </a:xfrm>
          <a:prstGeom prst="rect">
            <a:avLst/>
          </a:prstGeom>
        </p:spPr>
      </p:pic>
      <p:pic>
        <p:nvPicPr>
          <p:cNvPr id="14" name="Image 1" descr="/tmp/sam/img/image36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88920"/>
            <a:ext cx="4206240" cy="2596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486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série-exemplo primeiro, depois com os dados reais.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estoques com poucos dados: DB-SRA, CMSY++ e JABBA</dc:title>
  <dc:subject>PptxGenJS Presentation</dc:subject>
  <dc:creator>Lucas e Matheus</dc:creator>
  <cp:lastModifiedBy>Lucas e Matheus</cp:lastModifiedBy>
  <cp:revision>1</cp:revision>
  <dcterms:created xsi:type="dcterms:W3CDTF">2026-09-21T22:41:40Z</dcterms:created>
  <dcterms:modified xsi:type="dcterms:W3CDTF">2026-09-21T22:41:40Z</dcterms:modified>
</cp:coreProperties>
</file>